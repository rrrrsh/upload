
<file path=[Content_Types].xml><?xml version="1.0" encoding="utf-8"?>
<Types xmlns="http://schemas.openxmlformats.org/package/2006/content-types">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4"/>
  </p:notesMasterIdLst>
  <p:handoutMasterIdLst>
    <p:handoutMasterId r:id="rId45"/>
  </p:handoutMasterIdLst>
  <p:sldIdLst>
    <p:sldId id="257" r:id="rId3"/>
    <p:sldId id="262" r:id="rId5"/>
    <p:sldId id="438" r:id="rId6"/>
    <p:sldId id="273" r:id="rId7"/>
    <p:sldId id="379" r:id="rId8"/>
    <p:sldId id="331" r:id="rId9"/>
    <p:sldId id="332" r:id="rId10"/>
    <p:sldId id="423" r:id="rId11"/>
    <p:sldId id="424" r:id="rId12"/>
    <p:sldId id="333" r:id="rId13"/>
    <p:sldId id="380" r:id="rId14"/>
    <p:sldId id="381" r:id="rId15"/>
    <p:sldId id="388" r:id="rId16"/>
    <p:sldId id="391" r:id="rId17"/>
    <p:sldId id="393" r:id="rId18"/>
    <p:sldId id="390" r:id="rId19"/>
    <p:sldId id="386" r:id="rId20"/>
    <p:sldId id="387" r:id="rId21"/>
    <p:sldId id="395" r:id="rId22"/>
    <p:sldId id="396" r:id="rId23"/>
    <p:sldId id="397" r:id="rId24"/>
    <p:sldId id="383" r:id="rId25"/>
    <p:sldId id="398" r:id="rId26"/>
    <p:sldId id="399" r:id="rId27"/>
    <p:sldId id="421" r:id="rId28"/>
    <p:sldId id="439" r:id="rId29"/>
    <p:sldId id="384" r:id="rId30"/>
    <p:sldId id="400" r:id="rId31"/>
    <p:sldId id="401" r:id="rId32"/>
    <p:sldId id="402" r:id="rId33"/>
    <p:sldId id="403" r:id="rId34"/>
    <p:sldId id="405" r:id="rId35"/>
    <p:sldId id="404" r:id="rId36"/>
    <p:sldId id="408" r:id="rId37"/>
    <p:sldId id="407" r:id="rId38"/>
    <p:sldId id="409" r:id="rId39"/>
    <p:sldId id="410" r:id="rId40"/>
    <p:sldId id="411" r:id="rId41"/>
    <p:sldId id="412" r:id="rId42"/>
    <p:sldId id="413" r:id="rId43"/>
    <p:sldId id="422" r:id="rId44"/>
  </p:sldIdLst>
  <p:sldSz cx="12192000" cy="6858000"/>
  <p:notesSz cx="6797675" cy="992632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B5B5B5"/>
    <a:srgbClr val="231815"/>
    <a:srgbClr val="E9002F"/>
    <a:srgbClr val="C00000"/>
    <a:srgbClr val="151515"/>
    <a:srgbClr val="C7000B"/>
    <a:srgbClr val="575756"/>
    <a:srgbClr val="FFFFFF"/>
    <a:srgbClr val="DD46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84502" autoAdjust="0"/>
  </p:normalViewPr>
  <p:slideViewPr>
    <p:cSldViewPr snapToGrid="0" snapToObjects="1">
      <p:cViewPr varScale="1">
        <p:scale>
          <a:sx n="99" d="100"/>
          <a:sy n="99" d="100"/>
        </p:scale>
        <p:origin x="72" y="43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50" d="100"/>
          <a:sy n="50" d="100"/>
        </p:scale>
        <p:origin x="1998" y="42"/>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gs" Target="tags/tag1.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fld>
            <a:endParaRPr lang="en-US" dirty="0">
              <a:latin typeface="Huawei Sans" panose="020C0503030203020204" pitchFamily="34" charset="0"/>
            </a:endParaRPr>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fld>
            <a:endParaRPr lang="en-US" dirty="0">
              <a:latin typeface="Huawei Sans" panose="020C0503030203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54896" y="766800"/>
            <a:ext cx="5932800" cy="3337748"/>
          </a:xfrm>
          <a:prstGeom prst="rect">
            <a:avLst/>
          </a:prstGeom>
          <a:noFill/>
          <a:ln w="12700">
            <a:solidFill>
              <a:prstClr val="black"/>
            </a:solidFill>
          </a:ln>
        </p:spPr>
        <p:txBody>
          <a:bodyPr vert="horz" lIns="91440" tIns="45720" rIns="91440" bIns="45720" rtlCol="0" anchor="t" anchorCtr="0"/>
          <a:lstStyle/>
          <a:p>
            <a:endParaRPr lang="en-US"/>
          </a:p>
        </p:txBody>
      </p:sp>
      <p:sp>
        <p:nvSpPr>
          <p:cNvPr id="5" name="Notes Placeholder 4"/>
          <p:cNvSpPr>
            <a:spLocks noGrp="1"/>
          </p:cNvSpPr>
          <p:nvPr>
            <p:ph type="body" sz="quarter" idx="3"/>
          </p:nvPr>
        </p:nvSpPr>
        <p:spPr>
          <a:xfrm>
            <a:off x="454896" y="4603008"/>
            <a:ext cx="5932800" cy="5108400"/>
          </a:xfrm>
          <a:prstGeom prst="rect">
            <a:avLst/>
          </a:prstGeom>
        </p:spPr>
        <p:txBody>
          <a:bodyPr vert="horz" lIns="97200" tIns="45720" rIns="97200" bIns="45720" rtlCol="0"/>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 bg1="lt1" tx1="dk1" bg2="lt2" tx2="dk2" accent1="accent1" accent2="accent2" accent3="accent3" accent4="accent4" accent5="accent5" accent6="accent6" hlink="hlink" folHlink="folHlink"/>
  <p:notesStyle>
    <a:lvl1pPr marL="179705"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1pPr>
    <a:lvl2pPr marL="539750" indent="-179705" algn="l" defTabSz="1219200"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899795" indent="-179705" algn="l" defTabSz="1219200"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59840"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19885"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网络可靠性是影响网络运行质量的重要指标，一个可靠性强的网络既要有很强的网络弹性（</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Resilience</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）以保证故障的快速复原，又要有很高的吞吐量以保证出入流量的负载均衡。</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通过把几台路由设备联合组成一台虚拟的路由设备，并通过一定的机制来保证当主机的下一跳设备出现故障时，可以及时将业务切换到其他设备，从而保持通讯的连续性和可靠性。</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r>
              <a:rPr lang="en-US" altLang="zh-CN" sz="1800" dirty="0"/>
              <a:t>VRRP</a:t>
            </a:r>
            <a:r>
              <a:rPr lang="zh-CN" altLang="zh-CN" sz="1800" dirty="0"/>
              <a:t>提供了将多台路由器虚拟成一台路由器的服务，它通过虚拟化技术，将多台物理设备在逻辑上合并为一台虚拟设备，同时让物理路由器对外隐藏各自的信息，以便针对其他设备提供一致性的服务</a:t>
            </a:r>
            <a:r>
              <a:rPr lang="zh-CN" altLang="en-US" sz="1800" dirty="0"/>
              <a:t>。</a:t>
            </a:r>
            <a:endPar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lvl="0"/>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组：当管理员为了实现网关设备的冗余而通过配置的手段，将连接在同一个局域网中的一组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路由器（接口）划分到同一个逻辑网关（接口）组中让它们充当这个局域网中终端设备的主用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备用网关时，管理员所创建的这个逻辑组就是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a:t>
            </a:r>
            <a:endPar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0"/>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地址：由于在一个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组中，多个路由器（的接口）需要作为一台虚拟路由器对外提供服务。因此，这些路由器（接口）需要对外使用相同的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地址来响应终端发送给默认网关目的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地址的流量，这个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地址也就是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组的虚拟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0"/>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地址：由于在一个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组中，多个路由器（的接口）需要作为一台虚拟路由器对外提供服务。因此，这些路由器（接口）需要对外使用一个（不同于自己实际</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地址的）一致的虛拟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地址来响应终端发送给默认网关流量的目的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地址，这个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地址也就是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组的虚拟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0"/>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：同一个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路由器（接口）有时需要参与多个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组，因此需要有种标识能够区分每个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就是标识不同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组的标识符。</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0"/>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主用设备（</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Master</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）与备用设备（</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Backup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）：每个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组中会有一个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路由器（接口）充当主用（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Master</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）设备，这个主用设备会承担局域网网关的角色，负责转发数据报文和周期性向备用设备发送</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报文；其他参与这个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设备接口则充当备用（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Backup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）设备，备用设备不负责转发数据报文。</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0"/>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优先级：优先级是管理员在每个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组中分配给各个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路由器（接口）的参数，一个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组中优先级最高的那个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路由器（接口）会在主用路由器选举胜出，承担主用路由器的角色。</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0"/>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抢占：如果一台</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路由器工作在抢占模式（</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Preempt Mode</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）下，那么当这台</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路由器（接口）的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优先级值高于这个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组中当前主用路由器的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优先级值，这台</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路由器（的接口）就会成为主用路由器</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lvl="0"/>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虚拟路由器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ID</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和优先级取值的上限皆为“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255</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”，即</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8</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位二进制数全部取“</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”时对应的十进制数。其中，虚拟路由器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ID</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的取值范围是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1~255</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，而优先级字段的取值范围是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0~255</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0"/>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优先级值越大则这个接口在主用路由器选举中的优先级就越高，“</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”表示这个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路由器接口立刻停止参与这个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组，如果管理员给主用路由器赋予了</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”这个优先级，那么优先级值最高的备用路由器就会被选举为新的主用路由器，而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地址拥有者的优先级为“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255</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”，优先级为“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255</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”的设备会直接成为主用设备，华为路由器接口默认的优先级值为“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en-US" altLang="zh-CN" dirty="0"/>
              <a:t>VRRP</a:t>
            </a:r>
            <a:r>
              <a:rPr lang="zh-CN" altLang="zh-CN" dirty="0"/>
              <a:t>组中的路由器在选举主用路由器时，会首先对比优先级，优先级最高的接口会成为主用路由器。如果多个</a:t>
            </a:r>
            <a:r>
              <a:rPr lang="en-US" altLang="zh-CN" dirty="0"/>
              <a:t>VRRP</a:t>
            </a:r>
            <a:r>
              <a:rPr lang="zh-CN" altLang="zh-CN" dirty="0"/>
              <a:t>路由器接口的优先级相同，它们之间则会继续对比接口的</a:t>
            </a:r>
            <a:r>
              <a:rPr lang="en-US" altLang="zh-CN" dirty="0"/>
              <a:t>IP</a:t>
            </a:r>
            <a:r>
              <a:rPr lang="zh-CN" altLang="zh-CN" dirty="0"/>
              <a:t>地址，接口</a:t>
            </a:r>
            <a:r>
              <a:rPr lang="en-US" altLang="zh-CN" dirty="0"/>
              <a:t>IP</a:t>
            </a:r>
            <a:r>
              <a:rPr lang="zh-CN" altLang="zh-CN" dirty="0"/>
              <a:t>地址最高的会成为主用路由器</a:t>
            </a:r>
            <a:r>
              <a:rPr lang="zh-CN" altLang="en-US" dirty="0"/>
              <a:t>。</a:t>
            </a:r>
            <a:endParaRPr lang="en-US" altLang="zh-CN" dirty="0"/>
          </a:p>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如果</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VRRP </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路由器接口的 </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 </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地址和虚拟路由器的 </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 </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地址相同，则称该路由器为 </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VRRP </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组中的 </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 </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地址所有者，具有最高优先级（</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255</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），自动成为 主用路由器，无需进行选举。</a:t>
            </a:r>
            <a:endParaRPr lang="zh-CN" altLang="zh-CN" dirty="0"/>
          </a:p>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主用路由器主动在这个局域网中发送</a:t>
            </a: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ARP</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响应消息来通告这个</a:t>
            </a: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组虚拟的</a:t>
            </a: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地址，并且开始周期性地向</a:t>
            </a: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组中的其他路由器通告自己的信息和状态</a:t>
            </a:r>
            <a:r>
              <a:rPr lang="zh-CN" altLang="en-US" sz="1100" kern="1200" baseline="0" dirty="0">
                <a:solidFill>
                  <a:schemeClr val="tx1"/>
                </a:solidFill>
                <a:latin typeface="Huawei Sans" panose="020C0503030203020204" pitchFamily="34" charset="0"/>
                <a:ea typeface="方正兰亭黑简体" panose="02000000000000000000" pitchFamily="2" charset="-122"/>
                <a:cs typeface="+mn-cs"/>
              </a:rPr>
              <a:t>，</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通告虚拟</a:t>
            </a: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地址</a:t>
            </a:r>
            <a:r>
              <a:rPr lang="zh-CN" altLang="en-US" sz="1100" kern="1200" baseline="0" dirty="0">
                <a:solidFill>
                  <a:schemeClr val="tx1"/>
                </a:solidFill>
                <a:latin typeface="Huawei Sans" panose="020C0503030203020204" pitchFamily="34" charset="0"/>
                <a:ea typeface="方正兰亭黑简体" panose="02000000000000000000" pitchFamily="2" charset="-122"/>
                <a:cs typeface="+mn-cs"/>
              </a:rPr>
              <a:t>和本身的</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信息状态</a:t>
            </a:r>
            <a:r>
              <a:rPr lang="zh-CN" altLang="en-US" sz="1100" kern="1200" baseline="0" dirty="0">
                <a:solidFill>
                  <a:schemeClr val="tx1"/>
                </a:solidFill>
                <a:latin typeface="Huawei Sans" panose="020C0503030203020204" pitchFamily="34" charset="0"/>
                <a:ea typeface="方正兰亭黑简体" panose="02000000000000000000" pitchFamily="2" charset="-122"/>
                <a:cs typeface="+mn-cs"/>
              </a:rPr>
              <a:t>。</a:t>
            </a:r>
            <a:endParaRPr lang="en-US" altLang="zh-CN" sz="1100" kern="1200" baseline="0" dirty="0">
              <a:solidFill>
                <a:schemeClr val="tx1"/>
              </a:solidFill>
              <a:latin typeface="Huawei Sans" panose="020C0503030203020204" pitchFamily="34" charset="0"/>
              <a:ea typeface="方正兰亭黑简体" panose="02000000000000000000" pitchFamily="2" charset="-122"/>
              <a:cs typeface="+mn-cs"/>
            </a:endParaRPr>
          </a:p>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当这个局域网中的终端都获得了网关地址（也即</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地址）所对应的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地址（即</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地址）之后，它们就会使用虚拟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地址和虚拟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地址封装数据。同时，在所有接收到发送给网关虚拟地址的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组成员设备中，只有主用设备会对这些数据进行处理或转发，备用路由器则会丢弃发送给虚拟地址的数据</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以上配置中，在路由器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的接口</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上配置了【</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vrrp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vrid</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10 virtual-</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ip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10. 1. 1.254</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】命令，这条命令中指定了</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备份组为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10.1.1.254</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。在实际工作中，管理员可以根据</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VLAN ID</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来设置</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备份组的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。同时这个接口上还配置了【</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vrrp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vrid</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10 priority 150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】命令，这条命令会把这个接口在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中的优先级调整为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150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，使其大于默认值</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，从而令路由器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能够成为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的主用路由器。</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同时，在路由器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上也指定了</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10.1.1.254</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，没有配置优先级是为了保留</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优先级</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的默认设置。</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从上面的显示信息可以看出，在路由器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上使用了相同的【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display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vrrp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brief</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】命令，这条命令可以用来查看</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简化信息，不仅可以看到接口上配置的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和虚拟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地址，还可以看到接口的角色。路由器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上显示的“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Master</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”表示本地路由器是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主用路由器用来传输数据流量；路由器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上显示的“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Backup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”表示本地路由器是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备用路由器，当主用路由器失效时，它能够成为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主用设备。</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要查看当前路由器上运行的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版本，可以使用【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display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vrrp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protocol-information</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】命令。在路由器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上运行这条命令后可以输出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的版本等内容信息，如</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下划线</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部分输出的是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版本</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从配置命令可以看出：路由器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要在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 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中追踪接口</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的状态，当</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的状态变为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DOWN</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时，把</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 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的优先级减少</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。如果将路由器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优先级配置为“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150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”，那么，当优先级减少</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后，它的优先级就变为“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50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”，从而低于路由器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的优先级</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。这样一来，路由器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就可以通过优先级抢占主用角色。</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从路径跟踪显示的</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下划线</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行可以清楚地知道，当前</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PC10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已经开始通过路由器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接口来访问</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Internet</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了，因此，</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的故障切换成功。</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从</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下划线部分</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我们可以看到抢占功能是开启的，并且延迟时间为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0s</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（默认设置）。也就是说，当路由器感知到需要切换</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状态的事件后，它会立即进行切换。除此之外，这条命令的输出内容中还包括接口上有关</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的其他配置信息。</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为了查看路由器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状态变化情况，可以使用【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display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vrrp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state-change interface GigabitEthernet0/0/0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vrid</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】命令进行查看。</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方框内</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展示的正是关闭和启用路由器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导致的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状态切换事件。</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vrrp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vrid</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20 priority 150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】命令是把路由器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20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中的优先级调整为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150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，使路由器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成为主用路由器。启用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认证的命令为【</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vrrp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vrid</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20 authentication-mode simple plain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huawei</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】，此命令的完整语法是【</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vrrp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vrid</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virtual-router-id authentication-mode{simple {key| plain key |cipher cipher-key}|md5 md5-key}</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从验证状态信息的阴影行可以知道，在路由器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上已经启用了</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认证，认证模式为“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SIMPLE</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”，认证密钥为“</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huawei</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对比分析</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20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的配置，我们可以知道，</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的认证是基于</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备份组进行设置的，认证模式和密码不是固定的，可以为不同的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备份组设置不同的认证模式和不同的认证密码。</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从拓扑图的</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路径可以看出，基于前面的配置，网络环境中已经通过</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VRRP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实现了流量的负载均衡，</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PC10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PC20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分别通过路由器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成功访问</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Internet</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从【</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display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vrrp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brief</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】命令的回显信息可以明确看出，路由器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的主用路由器，是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20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的备用路由器；路由器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R2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VRID20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的主用路由器，是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VRID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的备用路由器。接下来，给用户</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PC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设置网关时，类似</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PC10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PC20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的两部分用户主机分别以</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10.1.1.254</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10.1.1.253</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作为网关地址，就实现了负载均衡。</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55613" y="766763"/>
            <a:ext cx="5932487"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无论在接入层、汇聚层还是核心层，链路聚合这种捆绑技术可以将多个以太网链路捆绑为一条逻辑的以太网链路。因此，在采用通过多条以太网链路连接两台设备的链路聚合设计方案时，所有链路的带宽都可以充分用来转发两台设备之间的流量，如果使用三层链路连接两台设备，这种方案可以起到节省</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地址的作用。</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en-US" altLang="zh-CN" sz="1100" dirty="0">
                <a:cs typeface="+mn-cs"/>
              </a:rPr>
              <a:t>Selected</a:t>
            </a:r>
            <a:r>
              <a:rPr lang="zh-CN" altLang="zh-CN" sz="1100" dirty="0">
                <a:cs typeface="+mn-cs"/>
              </a:rPr>
              <a:t>状态，接口处于此状态时可以参与转发用户业务流量。聚合端口的速率、双工状态由其</a:t>
            </a:r>
            <a:r>
              <a:rPr lang="en-US" altLang="zh-CN" sz="1100" dirty="0">
                <a:cs typeface="+mn-cs"/>
              </a:rPr>
              <a:t>Selected</a:t>
            </a:r>
            <a:r>
              <a:rPr lang="zh-CN" altLang="zh-CN" sz="1100" dirty="0">
                <a:cs typeface="+mn-cs"/>
              </a:rPr>
              <a:t>成员端口决定，速率是各成员端口的速率和，双工状态与成员端口的双工状态一致。</a:t>
            </a:r>
            <a:endParaRPr lang="en-US" altLang="zh-CN" sz="1100" dirty="0">
              <a:cs typeface="+mn-cs"/>
            </a:endParaRPr>
          </a:p>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en-US" altLang="zh-CN" sz="1100" dirty="0">
                <a:cs typeface="+mn-cs"/>
              </a:rPr>
              <a:t>Unselected</a:t>
            </a:r>
            <a:r>
              <a:rPr lang="zh-CN" altLang="zh-CN" sz="1100" dirty="0">
                <a:cs typeface="+mn-cs"/>
              </a:rPr>
              <a:t>状态，接口处于此状态时不可以参与转发用户业务流量。</a:t>
            </a:r>
            <a:endParaRPr lang="en-US" altLang="zh-CN" sz="1100" dirty="0">
              <a:cs typeface="+mn-cs"/>
            </a:endParaRPr>
          </a:p>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 link-aggregation group</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聚合组，主要交换机上的以太网链路聚合。</a:t>
            </a:r>
            <a:endParaRPr lang="zh-CN" altLang="zh-CN" sz="1100" kern="1200" baseline="0" dirty="0">
              <a:solidFill>
                <a:schemeClr val="tx1"/>
              </a:solidFill>
              <a:latin typeface="Huawei Sans" panose="020C0503030203020204" pitchFamily="34" charset="0"/>
              <a:ea typeface="方正兰亭黑简体" panose="02000000000000000000" pitchFamily="2" charset="-122"/>
              <a:cs typeface="+mn-cs"/>
            </a:endParaRPr>
          </a:p>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 IP-Trunk</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组，主要用于带</a:t>
            </a: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POS</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接口的路由器、交换机、</a:t>
            </a: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BAS</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的链路聚合。</a:t>
            </a:r>
            <a:endParaRPr lang="zh-CN" altLang="zh-CN" sz="1100" kern="1200" baseline="0" dirty="0">
              <a:solidFill>
                <a:schemeClr val="tx1"/>
              </a:solidFill>
              <a:latin typeface="Huawei Sans" panose="020C0503030203020204" pitchFamily="34" charset="0"/>
              <a:ea typeface="方正兰亭黑简体" panose="02000000000000000000" pitchFamily="2" charset="-122"/>
              <a:cs typeface="+mn-cs"/>
            </a:endParaRPr>
          </a:p>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 Eth-Trunk</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组，主要用于交换机、路由器、</a:t>
            </a:r>
            <a:r>
              <a:rPr lang="en-US" altLang="zh-CN" sz="1100" kern="1200" baseline="0" dirty="0">
                <a:solidFill>
                  <a:schemeClr val="tx1"/>
                </a:solidFill>
                <a:latin typeface="Huawei Sans" panose="020C0503030203020204" pitchFamily="34" charset="0"/>
                <a:ea typeface="方正兰亭黑简体" panose="02000000000000000000" pitchFamily="2" charset="-122"/>
                <a:cs typeface="+mn-cs"/>
              </a:rPr>
              <a:t>BAS</a:t>
            </a:r>
            <a:r>
              <a:rPr lang="zh-CN" altLang="zh-CN" sz="1100" kern="1200" baseline="0" dirty="0">
                <a:solidFill>
                  <a:schemeClr val="tx1"/>
                </a:solidFill>
                <a:latin typeface="Huawei Sans" panose="020C0503030203020204" pitchFamily="34" charset="0"/>
                <a:ea typeface="方正兰亭黑简体" panose="02000000000000000000" pitchFamily="2" charset="-122"/>
                <a:cs typeface="+mn-cs"/>
              </a:rPr>
              <a:t>的以太网接口聚合。</a:t>
            </a:r>
            <a:endParaRPr lang="zh-CN" altLang="zh-CN" sz="1100" kern="1200" baseline="0" dirty="0">
              <a:solidFill>
                <a:schemeClr val="tx1"/>
              </a:solidFill>
              <a:latin typeface="Huawei Sans" panose="020C0503030203020204" pitchFamily="34" charset="0"/>
              <a:ea typeface="方正兰亭黑简体" panose="02000000000000000000" pitchFamily="2" charset="-122"/>
              <a:cs typeface="+mn-cs"/>
            </a:endParaRPr>
          </a:p>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endParaRPr lang="zh-CN" altLang="zh-CN" sz="1100" dirty="0">
              <a:cs typeface="+mn-cs"/>
            </a:endParaRPr>
          </a:p>
          <a:p>
            <a:pPr indent="266700" algn="just">
              <a:spcAft>
                <a:spcPts val="0"/>
              </a:spcAft>
            </a:pP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在一台设备上创建出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，然后根据自己的需求将多条连接同一台交换机的端口都添加到这个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中，然后再在对端交换机上执行对应的操作。因此，对于采用手动模式配置的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，设备之间不会就建立</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而交互信息，它们只会按照管理员的操作执行链路捆绑，然后采用负载均衡的方式通过捆绑的链路发送数据。</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两台设备会分别在管理员完成</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配置之后，开始向对端发送</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数据单元（简称</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LACPDU</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），在双方交换的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LACPDU</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中，包含了一个称为系统优先级的参数。在完成</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LACPDU</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交换之后，双方交换机会使用系统优先级来判断谁充当两者中的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主动端。如双方系统优先级相同，则</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地址较小的交换机会成为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主动端。</a:t>
            </a:r>
            <a:endPar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确定</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主动端后，</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继续依次比较</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主动端设备各个端口的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优先级。端口优先级同样包含在各个端口发出的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LACPDU</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当中，其中端口优先级最高（端口优先级的数值越低，代表优先级越高）的</a:t>
            </a:r>
            <a:r>
              <a:rPr lang="en-US" altLang="zh-CN" sz="1100" i="1" kern="1200" baseline="0" dirty="0">
                <a:solidFill>
                  <a:schemeClr val="tx1"/>
                </a:solidFill>
                <a:effectLst/>
                <a:latin typeface="Huawei Sans" panose="020C0503030203020204" pitchFamily="34" charset="0"/>
                <a:ea typeface="方正兰亭黑简体" panose="02000000000000000000" pitchFamily="2" charset="-122"/>
                <a:cs typeface="+mn-cs"/>
              </a:rPr>
              <a:t>N</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个端口会与对端建立</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主用链路，其余端口则会与对端建立</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备用链路。就是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模式</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提供的</a:t>
            </a:r>
            <a:r>
              <a:rPr lang="en-US" altLang="zh-CN" sz="1100" i="1" kern="1200" baseline="0" dirty="0">
                <a:solidFill>
                  <a:schemeClr val="tx1"/>
                </a:solidFill>
                <a:effectLst/>
                <a:latin typeface="Huawei Sans" panose="020C0503030203020204" pitchFamily="34" charset="0"/>
                <a:ea typeface="方正兰亭黑简体" panose="02000000000000000000" pitchFamily="2" charset="-122"/>
                <a:cs typeface="+mn-cs"/>
              </a:rPr>
              <a:t>M</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i="1" kern="1200" baseline="0" dirty="0">
                <a:solidFill>
                  <a:schemeClr val="tx1"/>
                </a:solidFill>
                <a:effectLst/>
                <a:latin typeface="Huawei Sans" panose="020C0503030203020204" pitchFamily="34" charset="0"/>
                <a:ea typeface="方正兰亭黑简体" panose="02000000000000000000" pitchFamily="2" charset="-122"/>
                <a:cs typeface="+mn-cs"/>
              </a:rPr>
              <a:t>N</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备份机制</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如果在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主动端上，有一个比主用链路端口优先级值更优的端口被添加进来或者故障端口得到了恢复，那么这个端口所连接的链路是否会作为主用链路被添加到</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中，取决于</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是否配置了抢占模式。</a:t>
            </a:r>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命令注释如下。</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①</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interface eth-trunk 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：系统视图命令，用来创建并进入</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接口，可以指定</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接口的编号，取值范围视设备类型不尽相同，一般为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0-63</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，此处为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②</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trunkport</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GigabitEthernet</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0/0/1 to 0/0/2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接口视图命令，作用是向</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接口中添加成员接口，管理员可以使用关键字“</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to</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”快速添加多个编号连续的接口。在一个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中必须指定相同类型的接口。此处是把接口</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GE0/0/1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GE0/0/2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作为成员接口添加到</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 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③port link-type 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：接口视图命令，命令的功能是设置接口的链路类型为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，这与普通物理接口的命令相同。</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④</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port trunk allow-pass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vlan</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all</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：接口视图命令，命令的功能是允许这个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链路能够发送</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VLAN</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流量，这与普通物理接口的命令相同。此处用“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all</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”表示放行所有</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VLAN</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的流量，可以使用【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display eth-trunk 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】命令来检查这个</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以及成员接口的状态。</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mode </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lacp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-static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 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接口视图命令，用来启用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工作模式。默认情况下</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的工作模式是手动模式，如果需要把当前为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工作模式的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接口更改为手动配置，需要在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接口视图中使用【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mode manual</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】命令。两端设备的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工作模式必须相同，并且需要注意在把</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接口更改为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工作模式时，</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中可以包含成员接口，但反之把</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接口更改为手动工作模式时，</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接口中不能有任何成员接口。手动模式是默认的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模式。</a:t>
            </a:r>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此处【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display eth-trunk 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】命令的输出信息要比手动配置时的信息丰富很多，并且显示信息分为两个部分，前面为本地成员接口信息，后面</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加粗文本</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部分为对端成员接口信息。部分输出字段的含义如下。  </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①</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ActorPortName</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：本地成员接口或对端成员接口的名称。</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②Status</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：本地成员接口的状态，在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模式下状态分为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Selected</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（表示接口被选中并成为主用接口）和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Unselect</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（表示接口未被选中并成为备用接口），在手动配置模式下状态分为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Up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（表示接口状态正常）和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Down</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（表示接口出现物理故障）。</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③</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PortType</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：本地成员接口的类型。</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④</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PortPri</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：本地成员接口或对端成员接口的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端口优先级。</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会根据系统优先级确定主动端</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并让主动端来选择活动接口。管理员可以手动更改这个参数，优先级的取值范围是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0~65535</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，默认值为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32768</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，数值越小优先级越高。在默认情况下，两端优先级相同，这时它们会使用系统</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地址来确定谁是主动端，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MAC</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地址小的为主动端。</a:t>
            </a:r>
            <a:endPar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使用系统视图命令【</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lacp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priority 3000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】，把交换机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SW1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系统优先级更改为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3000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，然后使用【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display eth-trunk 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】命令确认了配置的变更结果，</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下线线</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部分显示出交换机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SW1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本地的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系统优先级值为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3000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endPar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marL="179705" marR="0" lvl="0" indent="0" algn="just" defTabSz="1219200" rtl="0" eaLnBrk="1" fontAlgn="ctr" latinLnBrk="0" hangingPunct="1">
              <a:lnSpc>
                <a:spcPct val="125000"/>
              </a:lnSpc>
              <a:spcBef>
                <a:spcPts val="0"/>
              </a:spcBef>
              <a:spcAft>
                <a:spcPts val="0"/>
              </a:spcAft>
              <a:buClrTx/>
              <a:buSzTx/>
              <a:buFont typeface="Huawei Sans" panose="020C0503030203020204" pitchFamily="34" charset="0"/>
              <a:buNone/>
              <a:defRPr/>
            </a:pPr>
            <a:endPar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marL="179705" indent="0" algn="just">
              <a:spcAft>
                <a:spcPts val="0"/>
              </a:spcAft>
              <a:buNone/>
            </a:pPr>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接口优先级的配置命令与</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系统优先级类似，只是这时需要管理员在成员接口的接口视图中进行配置</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以上配置先在交换机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SW1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上对</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优先级进行了设置，分别配置为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2000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，然后使用【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display eth-trunk 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】命令确认了配置的变更结果，</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加粗文本</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部分显示出交换机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SW1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本地成员接口的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优先级数值。</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0"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在交换机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SW1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接口视图下使用【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max active-link number 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】命令更改了</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 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中的活动接口数量；然后使用【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display eth-trunk 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】命令确认了配置的变更结果，由“</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Max Active-link number</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”可以看出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Max Active-</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Iink</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number</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（最大活动链路数量）已经由默认的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8</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更改为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。同时，由“</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Unselect</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”可以看出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接口优先级最低的接口成为备用接口。</a:t>
            </a:r>
            <a:endPar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indent="266700" algn="just">
              <a:spcAft>
                <a:spcPts val="0"/>
              </a:spcAft>
            </a:pPr>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indent="266700" algn="just">
              <a:spcAft>
                <a:spcPts val="0"/>
              </a:spcAft>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从以上回显信息结果</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的加粗文本部分</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可以看出，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接口不是活动接口，而</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G0/0/2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由备用接口变为活动接口</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状态为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Selected</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，承担流量的转发任务。</a:t>
            </a:r>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179705" marR="0" lvl="1"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LACP</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的抢占功能的作用：接口</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恢复正常工作后，自动切换</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到优先级高的接口。</a:t>
            </a:r>
            <a:endPar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marL="179705" marR="0" lvl="1"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在交换机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SW1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接口视图下使用【</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lacp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preempt enable</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 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启用了抢占功能，然后使用【</a:t>
            </a:r>
            <a:r>
              <a:rPr lang="en-US" altLang="zh-CN" sz="1100" kern="1200" baseline="0" dirty="0" err="1">
                <a:solidFill>
                  <a:schemeClr val="tx1"/>
                </a:solidFill>
                <a:effectLst/>
                <a:latin typeface="Huawei Sans" panose="020C0503030203020204" pitchFamily="34" charset="0"/>
                <a:ea typeface="方正兰亭黑简体" panose="02000000000000000000" pitchFamily="2" charset="-122"/>
                <a:cs typeface="+mn-cs"/>
              </a:rPr>
              <a:t>lacp</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preempt delay 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】命令更改了抢占延迟时间，这个参数以秒为单位，取值范围是</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10-180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，默认值为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30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marL="179705" marR="0" lvl="1" indent="266700" algn="just" defTabSz="1219200" rtl="0" eaLnBrk="1" fontAlgn="ctr" latinLnBrk="0" hangingPunct="1">
              <a:lnSpc>
                <a:spcPct val="125000"/>
              </a:lnSpc>
              <a:spcBef>
                <a:spcPts val="0"/>
              </a:spcBef>
              <a:spcAft>
                <a:spcPts val="0"/>
              </a:spcAft>
              <a:buClrTx/>
              <a:buSzTx/>
              <a:buFont typeface="Huawei Sans" panose="020C0503030203020204" pitchFamily="34" charset="0"/>
              <a:buChar char="•"/>
              <a:defRPr/>
            </a:pP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启用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GagibitEthernet0/0/1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接口，并使用【</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display eth-trunk 2</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】命令验证当前的</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Eth-Trunk</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状态，第一个</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加粗文本</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显示出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 Preempt Delay Time:10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，表示启用了抢占功能，并且延迟时间为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10</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秒。第</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二</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个</a:t>
            </a:r>
            <a:r>
              <a:rPr lang="zh-CN" altLang="en-US" sz="1100" kern="1200" baseline="0" dirty="0">
                <a:solidFill>
                  <a:schemeClr val="tx1"/>
                </a:solidFill>
                <a:effectLst/>
                <a:latin typeface="Huawei Sans" panose="020C0503030203020204" pitchFamily="34" charset="0"/>
                <a:ea typeface="方正兰亭黑简体" panose="02000000000000000000" pitchFamily="2" charset="-122"/>
                <a:cs typeface="+mn-cs"/>
              </a:rPr>
              <a:t>加粗文本</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显示出</a:t>
            </a:r>
            <a:r>
              <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GigabitEthernet0/0/1</a:t>
            </a:r>
            <a:r>
              <a:rPr lang="zh-CN" altLang="zh-CN" sz="1100" kern="1200" baseline="0" dirty="0">
                <a:solidFill>
                  <a:schemeClr val="tx1"/>
                </a:solidFill>
                <a:effectLst/>
                <a:latin typeface="Huawei Sans" panose="020C0503030203020204" pitchFamily="34" charset="0"/>
                <a:ea typeface="方正兰亭黑简体" panose="02000000000000000000" pitchFamily="2" charset="-122"/>
                <a:cs typeface="+mn-cs"/>
              </a:rPr>
              <a:t>在启用后已经再次抢占为活动接口，抢占功能测试成功。</a:t>
            </a:r>
            <a:endParaRPr lang="en-US" altLang="zh-CN" sz="110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marL="360045" marR="0" lvl="1" indent="0" algn="l" defTabSz="1219200" rtl="0" eaLnBrk="1" fontAlgn="ctr" latinLnBrk="0" hangingPunct="1">
              <a:lnSpc>
                <a:spcPct val="125000"/>
              </a:lnSpc>
              <a:spcBef>
                <a:spcPts val="0"/>
              </a:spcBef>
              <a:spcAft>
                <a:spcPts val="600"/>
              </a:spcAft>
              <a:buClrTx/>
              <a:buSzTx/>
              <a:buFont typeface="Huawei Sans" panose="020C0503030203020204" pitchFamily="34" charset="0"/>
              <a:buNone/>
              <a:defRPr/>
            </a:pPr>
            <a:endParaRPr lang="en-US"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5613" y="766763"/>
            <a:ext cx="5932487" cy="3338512"/>
          </a:xfrm>
        </p:spPr>
      </p:sp>
      <p:sp>
        <p:nvSpPr>
          <p:cNvPr id="3" name="备注占位符 2"/>
          <p:cNvSpPr>
            <a:spLocks noGrp="1"/>
          </p:cNvSpPr>
          <p:nvPr>
            <p:ph type="body" idx="1"/>
          </p:nvPr>
        </p:nvSpPr>
        <p:spPr/>
        <p:txBody>
          <a:bodyPr/>
          <a:lstStyle/>
          <a:p>
            <a:pPr marL="360045" marR="0" lvl="1" indent="0" algn="l" defTabSz="1219200" rtl="0" eaLnBrk="1" fontAlgn="ctr" latinLnBrk="0" hangingPunct="1">
              <a:lnSpc>
                <a:spcPct val="125000"/>
              </a:lnSpc>
              <a:spcBef>
                <a:spcPts val="0"/>
              </a:spcBef>
              <a:spcAft>
                <a:spcPts val="600"/>
              </a:spcAft>
              <a:buClrTx/>
              <a:buSzTx/>
              <a:buFont typeface="Huawei Sans" panose="020C0503030203020204" pitchFamily="34" charset="0"/>
              <a:buNone/>
              <a:defRPr/>
            </a:pP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标题页">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cstate="screen"/>
          <a:stretch>
            <a:fillRect/>
          </a:stretch>
        </p:blipFill>
        <p:spPr>
          <a:xfrm>
            <a:off x="0" y="-3"/>
            <a:ext cx="12191999" cy="5602265"/>
          </a:xfrm>
          <a:prstGeom prst="rect">
            <a:avLst/>
          </a:prstGeom>
        </p:spPr>
      </p:pic>
      <p:sp>
        <p:nvSpPr>
          <p:cNvPr id="2" name="Title 1"/>
          <p:cNvSpPr>
            <a:spLocks noGrp="1"/>
          </p:cNvSpPr>
          <p:nvPr>
            <p:ph type="ctrTitle" hasCustomPrompt="1"/>
          </p:nvPr>
        </p:nvSpPr>
        <p:spPr>
          <a:xfrm>
            <a:off x="896112" y="907582"/>
            <a:ext cx="7237320" cy="690255"/>
          </a:xfrm>
          <a:prstGeom prst="rect">
            <a:avLst/>
          </a:prstGeom>
        </p:spPr>
        <p:txBody>
          <a:bodyPr lIns="0" tIns="0" rIns="0" bIns="0" anchor="ctr">
            <a:normAutofit/>
          </a:bodyPr>
          <a:lstStyle>
            <a:lvl1pPr algn="l">
              <a:lnSpc>
                <a:spcPts val="3440"/>
              </a:lnSpc>
              <a:defRPr sz="3200" b="0" i="0" baseline="0">
                <a:solidFill>
                  <a:schemeClr val="tx1"/>
                </a:solidFill>
                <a:latin typeface="Huawei Sans" panose="020C0503030203020204" pitchFamily="34" charset="0"/>
                <a:ea typeface="方正兰亭黑简体" panose="02000000000000000000" pitchFamily="2" charset="-122"/>
              </a:defRPr>
            </a:lvl1pPr>
          </a:lstStyle>
          <a:p>
            <a:r>
              <a:rPr lang="zh-CN" altLang="en-US" dirty="0"/>
              <a:t>单击此处添加标题</a:t>
            </a:r>
            <a:endParaRPr lang="en-US" dirty="0"/>
          </a:p>
        </p:txBody>
      </p:sp>
      <p:sp>
        <p:nvSpPr>
          <p:cNvPr id="8" name="L 形 7"/>
          <p:cNvSpPr/>
          <p:nvPr userDrawn="1"/>
        </p:nvSpPr>
        <p:spPr>
          <a:xfrm rot="10800000">
            <a:off x="10555944" y="1522948"/>
            <a:ext cx="717656" cy="701032"/>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dirty="0">
              <a:latin typeface="Huawei Sans" panose="020C0503030203020204" pitchFamily="34" charset="0"/>
              <a:ea typeface="方正兰亭黑简体" panose="02000000000000000000" pitchFamily="2" charset="-122"/>
            </a:endParaRPr>
          </a:p>
        </p:txBody>
      </p:sp>
      <p:sp>
        <p:nvSpPr>
          <p:cNvPr id="6" name="Text Placeholder 5"/>
          <p:cNvSpPr>
            <a:spLocks noGrp="1"/>
          </p:cNvSpPr>
          <p:nvPr>
            <p:ph type="body" sz="quarter" idx="10" hasCustomPrompt="1"/>
          </p:nvPr>
        </p:nvSpPr>
        <p:spPr>
          <a:xfrm>
            <a:off x="928897" y="1949372"/>
            <a:ext cx="7204534" cy="643926"/>
          </a:xfrm>
        </p:spPr>
        <p:txBody>
          <a:bodyPr anchor="ctr"/>
          <a:lstStyle>
            <a:lvl1pPr marL="0" indent="0">
              <a:buNone/>
              <a:defRPr sz="2000" baseline="0">
                <a:solidFill>
                  <a:schemeClr val="tx1"/>
                </a:solidFill>
                <a:latin typeface="Huawei Sans" panose="020C0503030203020204" pitchFamily="34" charset="0"/>
                <a:ea typeface="方正兰亭黑简体" panose="02000000000000000000" pitchFamily="2" charset="-122"/>
              </a:defRPr>
            </a:lvl1pPr>
          </a:lstStyle>
          <a:p>
            <a:pPr lvl="0"/>
            <a:r>
              <a:rPr lang="zh-CN" altLang="en-US" dirty="0"/>
              <a:t>单击此处添加文本</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目录">
    <p:spTree>
      <p:nvGrpSpPr>
        <p:cNvPr id="1" name=""/>
        <p:cNvGrpSpPr/>
        <p:nvPr/>
      </p:nvGrpSpPr>
      <p:grpSpPr>
        <a:xfrm>
          <a:off x="0" y="0"/>
          <a:ext cx="0" cy="0"/>
          <a:chOff x="0" y="0"/>
          <a:chExt cx="0" cy="0"/>
        </a:xfrm>
      </p:grpSpPr>
      <p:sp>
        <p:nvSpPr>
          <p:cNvPr id="4" name="TextBox 10"/>
          <p:cNvSpPr txBox="1"/>
          <p:nvPr userDrawn="1"/>
        </p:nvSpPr>
        <p:spPr bwMode="auto">
          <a:xfrm>
            <a:off x="1594877" y="408780"/>
            <a:ext cx="1664752" cy="639559"/>
          </a:xfrm>
          <a:prstGeom prst="rect">
            <a:avLst/>
          </a:prstGeom>
          <a:noFill/>
          <a:ln w="9525">
            <a:noFill/>
            <a:miter lim="800000"/>
          </a:ln>
        </p:spPr>
        <p:txBody>
          <a:bodyPr wrap="square" lIns="99941" tIns="49967" rIns="99941" bIns="49967" rtlCol="0">
            <a:spAutoFit/>
          </a:bodyPr>
          <a:lstStyle/>
          <a:p>
            <a:pPr defTabSz="1001395" eaLnBrk="0" fontAlgn="ctr" hangingPunct="0"/>
            <a:r>
              <a:rPr lang="zh-CN" altLang="en-US" sz="3500" b="1"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目录</a:t>
            </a:r>
            <a:endParaRPr lang="zh-CN" altLang="en-US" sz="3500" b="1"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baseline="0">
              <a:latin typeface="Huawei Sans" panose="020C0503030203020204" pitchFamily="34" charset="0"/>
              <a:ea typeface="方正兰亭黑简体" panose="02000000000000000000" pitchFamily="2" charset="-122"/>
            </a:endParaRPr>
          </a:p>
        </p:txBody>
      </p:sp>
      <p:sp>
        <p:nvSpPr>
          <p:cNvPr id="6"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baseline="0">
              <a:latin typeface="Huawei Sans" panose="020C0503030203020204" pitchFamily="34" charset="0"/>
              <a:ea typeface="方正兰亭黑简体" panose="02000000000000000000" pitchFamily="2" charset="-122"/>
            </a:endParaRPr>
          </a:p>
        </p:txBody>
      </p:sp>
      <p:grpSp>
        <p:nvGrpSpPr>
          <p:cNvPr id="7" name="组合 6"/>
          <p:cNvGrpSpPr/>
          <p:nvPr userDrawn="1"/>
        </p:nvGrpSpPr>
        <p:grpSpPr>
          <a:xfrm>
            <a:off x="587159" y="515380"/>
            <a:ext cx="358195" cy="426359"/>
            <a:chOff x="3295650" y="230188"/>
            <a:chExt cx="936625" cy="1114426"/>
          </a:xfrm>
          <a:solidFill>
            <a:schemeClr val="bg1"/>
          </a:solidFill>
        </p:grpSpPr>
        <p:sp>
          <p:nvSpPr>
            <p:cNvPr id="8"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9"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0"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1"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2"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3"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4" name="Freeform 22"/>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5"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6"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7"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8"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9"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20"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21"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22"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23"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grpSp>
      <p:sp>
        <p:nvSpPr>
          <p:cNvPr id="24" name="文本占位符 6"/>
          <p:cNvSpPr>
            <a:spLocks noGrp="1"/>
          </p:cNvSpPr>
          <p:nvPr>
            <p:ph type="body" sz="quarter" idx="10" hasCustomPrompt="1"/>
          </p:nvPr>
        </p:nvSpPr>
        <p:spPr>
          <a:xfrm>
            <a:off x="454816" y="1233487"/>
            <a:ext cx="11307600" cy="4680000"/>
          </a:xfrm>
        </p:spPr>
        <p:txBody>
          <a:bodyPr/>
          <a:lstStyle>
            <a:lvl1pPr marL="457200" marR="0" indent="-457200" algn="just" defTabSz="801370" rtl="0" eaLnBrk="1" fontAlgn="ctr" latinLnBrk="0" hangingPunct="1">
              <a:lnSpc>
                <a:spcPct val="140000"/>
              </a:lnSpc>
              <a:spcBef>
                <a:spcPct val="30000"/>
              </a:spcBef>
              <a:spcAft>
                <a:spcPct val="0"/>
              </a:spcAft>
              <a:buClrTx/>
              <a:buSzPct val="100000"/>
              <a:buFont typeface="+mj-lt"/>
              <a:buAutoNum type="arabicPeriod"/>
              <a:defRPr>
                <a:latin typeface="+mn-lt"/>
                <a:ea typeface="+mn-ea"/>
                <a:cs typeface="Huawei Sans" panose="020C0503030203020204" pitchFamily="34" charset="0"/>
              </a:defRPr>
            </a:lvl1pPr>
            <a:lvl2pPr fontAlgn="ctr">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4050" lvl="1" indent="-457200">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a:prstGeom prst="rect">
            <a:avLst/>
          </a:prstGeom>
        </p:spPr>
        <p:txBody>
          <a:bodyPr lIns="100800" tIns="50400" rIns="100800" bIns="50400" anchor="ctr" anchorCtr="0"/>
          <a:lstStyle>
            <a:lvl1pPr fontAlgn="ctr">
              <a:defRPr b="1" baseline="0">
                <a:latin typeface="Huawei Sans" panose="020C0503030203020204" pitchFamily="34" charset="0"/>
                <a:ea typeface="方正兰亭黑简体" panose="02000000000000000000" pitchFamily="2" charset="-122"/>
              </a:defRPr>
            </a:lvl1pPr>
          </a:lstStyle>
          <a:p>
            <a:r>
              <a:rPr lang="zh-CN" altLang="en-US" dirty="0"/>
              <a:t>单击此处编辑母版标题样式</a:t>
            </a:r>
            <a:endParaRPr lang="zh-CN" altLang="en-US" dirty="0"/>
          </a:p>
        </p:txBody>
      </p:sp>
      <p:sp>
        <p:nvSpPr>
          <p:cNvPr id="4"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baseline="0">
              <a:latin typeface="Huawei Sans" panose="020C0503030203020204" pitchFamily="34" charset="0"/>
              <a:ea typeface="方正兰亭黑简体" panose="02000000000000000000" pitchFamily="2" charset="-122"/>
            </a:endParaRPr>
          </a:p>
        </p:txBody>
      </p:sp>
      <p:sp>
        <p:nvSpPr>
          <p:cNvPr id="5"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baseline="0">
              <a:latin typeface="Huawei Sans" panose="020C0503030203020204" pitchFamily="34" charset="0"/>
              <a:ea typeface="方正兰亭黑简体" panose="02000000000000000000" pitchFamily="2" charset="-122"/>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grpSp>
      <p:sp>
        <p:nvSpPr>
          <p:cNvPr id="9" name="文本占位符 6"/>
          <p:cNvSpPr>
            <a:spLocks noGrp="1"/>
          </p:cNvSpPr>
          <p:nvPr>
            <p:ph type="body" sz="quarter" idx="10" hasCustomPrompt="1"/>
          </p:nvPr>
        </p:nvSpPr>
        <p:spPr>
          <a:xfrm>
            <a:off x="444603" y="1247556"/>
            <a:ext cx="11307600" cy="468000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仅标题">
    <p:spTree>
      <p:nvGrpSpPr>
        <p:cNvPr id="1" name=""/>
        <p:cNvGrpSpPr/>
        <p:nvPr/>
      </p:nvGrpSpPr>
      <p:grpSpPr>
        <a:xfrm>
          <a:off x="0" y="0"/>
          <a:ext cx="0" cy="0"/>
          <a:chOff x="0" y="0"/>
          <a:chExt cx="0" cy="0"/>
        </a:xfrm>
      </p:grpSpPr>
      <p:sp>
        <p:nvSpPr>
          <p:cNvPr id="3"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baseline="0">
              <a:latin typeface="Huawei Sans" panose="020C0503030203020204" pitchFamily="34" charset="0"/>
              <a:ea typeface="方正兰亭黑简体" panose="02000000000000000000" pitchFamily="2" charset="-122"/>
            </a:endParaRPr>
          </a:p>
        </p:txBody>
      </p:sp>
      <p:sp>
        <p:nvSpPr>
          <p:cNvPr id="4"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baseline="0">
              <a:latin typeface="Huawei Sans" panose="020C0503030203020204" pitchFamily="34" charset="0"/>
              <a:ea typeface="方正兰亭黑简体" panose="02000000000000000000" pitchFamily="2" charset="-122"/>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6" name="标题 1"/>
          <p:cNvSpPr>
            <a:spLocks noGrp="1"/>
          </p:cNvSpPr>
          <p:nvPr>
            <p:ph type="title"/>
          </p:nvPr>
        </p:nvSpPr>
        <p:spPr>
          <a:xfrm>
            <a:off x="1594177" y="410400"/>
            <a:ext cx="9827761" cy="640800"/>
          </a:xfrm>
          <a:prstGeom prst="rect">
            <a:avLst/>
          </a:prstGeom>
        </p:spPr>
        <p:txBody>
          <a:bodyPr lIns="100800" tIns="50400" rIns="100800" bIns="50400" anchor="ctr" anchorCtr="0"/>
          <a:lstStyle>
            <a:lvl1pPr fontAlgn="ctr">
              <a:defRPr b="1" baseline="0">
                <a:latin typeface="Huawei Sans" panose="020C0503030203020204" pitchFamily="34" charset="0"/>
                <a:ea typeface="方正兰亭黑简体" panose="02000000000000000000" pitchFamily="2"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5#全白背景">
    <p:spTree>
      <p:nvGrpSpPr>
        <p:cNvPr id="1" name=""/>
        <p:cNvGrpSpPr/>
        <p:nvPr/>
      </p:nvGrpSpPr>
      <p:grpSpPr>
        <a:xfrm>
          <a:off x="0" y="0"/>
          <a:ext cx="0" cy="0"/>
          <a:chOff x="0" y="0"/>
          <a:chExt cx="0" cy="0"/>
        </a:xfrm>
      </p:grpSpPr>
      <p:grpSp>
        <p:nvGrpSpPr>
          <p:cNvPr id="15" name="组合 14"/>
          <p:cNvGrpSpPr/>
          <p:nvPr userDrawn="1"/>
        </p:nvGrpSpPr>
        <p:grpSpPr>
          <a:xfrm>
            <a:off x="12216278" y="2923311"/>
            <a:ext cx="1982916" cy="3934682"/>
            <a:chOff x="12216278" y="2262477"/>
            <a:chExt cx="1982916" cy="4604143"/>
          </a:xfrm>
        </p:grpSpPr>
        <p:grpSp>
          <p:nvGrpSpPr>
            <p:cNvPr id="16" name="组合 15"/>
            <p:cNvGrpSpPr/>
            <p:nvPr userDrawn="1"/>
          </p:nvGrpSpPr>
          <p:grpSpPr>
            <a:xfrm>
              <a:off x="12315635" y="2262477"/>
              <a:ext cx="1883559" cy="692624"/>
              <a:chOff x="12315635" y="2207613"/>
              <a:chExt cx="1883559" cy="692624"/>
            </a:xfrm>
          </p:grpSpPr>
          <p:sp>
            <p:nvSpPr>
              <p:cNvPr id="33"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en-US"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186C</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200/16/46</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4"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en-US"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185C</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199/0/11</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5" name="文本框 31"/>
              <p:cNvSpPr txBox="1"/>
              <p:nvPr userDrawn="1"/>
            </p:nvSpPr>
            <p:spPr>
              <a:xfrm>
                <a:off x="12326898" y="2207613"/>
                <a:ext cx="384721" cy="180071"/>
              </a:xfrm>
              <a:prstGeom prst="rect">
                <a:avLst/>
              </a:prstGeom>
              <a:noFill/>
            </p:spPr>
            <p:txBody>
              <a:bodyPr wrap="none" lIns="0" tIns="0" rIns="0" bIns="0" rtlCol="0">
                <a:spAutoFit/>
              </a:bodyPr>
              <a:lstStyle/>
              <a:p>
                <a:pPr algn="ctr">
                  <a:lnSpc>
                    <a:spcPct val="100000"/>
                  </a:lnSpc>
                </a:pPr>
                <a:r>
                  <a:rPr kumimoji="1" lang="zh-CN" altLang="en-US" sz="1000" baseline="0" dirty="0">
                    <a:solidFill>
                      <a:schemeClr val="tx1"/>
                    </a:solidFill>
                    <a:latin typeface="Huawei Sans" panose="020C0503030203020204" pitchFamily="34" charset="0"/>
                    <a:ea typeface="方正兰亭黑简体" panose="02000000000000000000" pitchFamily="2" charset="-122"/>
                  </a:rPr>
                  <a:t>品牌色</a:t>
                </a:r>
                <a:endParaRPr kumimoji="1" lang="zh-CN" altLang="en-US" sz="1000" baseline="0" dirty="0">
                  <a:solidFill>
                    <a:schemeClr val="tx1"/>
                  </a:solidFill>
                  <a:latin typeface="Huawei Sans" panose="020C0503030203020204" pitchFamily="34" charset="0"/>
                  <a:ea typeface="方正兰亭黑简体" panose="02000000000000000000" pitchFamily="2" charset="-122"/>
                </a:endParaRPr>
              </a:p>
            </p:txBody>
          </p:sp>
        </p:grpSp>
        <p:grpSp>
          <p:nvGrpSpPr>
            <p:cNvPr id="17" name="组合 16"/>
            <p:cNvGrpSpPr/>
            <p:nvPr userDrawn="1"/>
          </p:nvGrpSpPr>
          <p:grpSpPr>
            <a:xfrm>
              <a:off x="12216278" y="3054642"/>
              <a:ext cx="1982912" cy="3811978"/>
              <a:chOff x="12216278" y="3054642"/>
              <a:chExt cx="1982912" cy="3811978"/>
            </a:xfrm>
          </p:grpSpPr>
          <p:sp>
            <p:nvSpPr>
              <p:cNvPr id="1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234</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90/79</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1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120</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0/15</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0" name="文本框 15"/>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lnSpc>
                    <a:spcPct val="100000"/>
                  </a:lnSpc>
                </a:pPr>
                <a:r>
                  <a:rPr kumimoji="1" lang="zh-CN" altLang="en-US" sz="1000" baseline="0" dirty="0">
                    <a:solidFill>
                      <a:schemeClr val="tx1"/>
                    </a:solidFill>
                    <a:latin typeface="Huawei Sans" panose="020C0503030203020204" pitchFamily="34" charset="0"/>
                    <a:ea typeface="方正兰亭黑简体" panose="02000000000000000000" pitchFamily="2" charset="-122"/>
                  </a:rPr>
                  <a:t>辅助色</a:t>
                </a:r>
                <a:endParaRPr kumimoji="1" lang="zh-CN" altLang="en-US" sz="1000" baseline="0" dirty="0">
                  <a:solidFill>
                    <a:schemeClr val="tx1"/>
                  </a:solidFill>
                  <a:latin typeface="Huawei Sans" panose="020C0503030203020204" pitchFamily="34" charset="0"/>
                  <a:ea typeface="方正兰亭黑简体" panose="02000000000000000000" pitchFamily="2" charset="-122"/>
                </a:endParaRPr>
              </a:p>
            </p:txBody>
          </p:sp>
          <p:sp>
            <p:nvSpPr>
              <p:cNvPr id="2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248</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181/60</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235</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92/1</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137/137/137</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35/24/21</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221</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221/221</a:t>
                </a:r>
                <a:endPar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233</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140/128</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159</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245</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220/87</a:t>
                </a:r>
                <a:endPar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240</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133/0</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3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181</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181/181</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31"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89</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87/87</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32"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255</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255/255</a:t>
                </a:r>
                <a:endPar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思考题">
    <p:spTree>
      <p:nvGrpSpPr>
        <p:cNvPr id="1" name=""/>
        <p:cNvGrpSpPr/>
        <p:nvPr/>
      </p:nvGrpSpPr>
      <p:grpSpPr>
        <a:xfrm>
          <a:off x="0" y="0"/>
          <a:ext cx="0" cy="0"/>
          <a:chOff x="0" y="0"/>
          <a:chExt cx="0" cy="0"/>
        </a:xfrm>
      </p:grpSpPr>
      <p:sp>
        <p:nvSpPr>
          <p:cNvPr id="4" name="TextBox 10"/>
          <p:cNvSpPr txBox="1"/>
          <p:nvPr userDrawn="1"/>
        </p:nvSpPr>
        <p:spPr bwMode="auto">
          <a:xfrm>
            <a:off x="1594877" y="408780"/>
            <a:ext cx="1664752" cy="639559"/>
          </a:xfrm>
          <a:prstGeom prst="rect">
            <a:avLst/>
          </a:prstGeom>
          <a:noFill/>
          <a:ln w="9525">
            <a:noFill/>
            <a:miter lim="800000"/>
          </a:ln>
        </p:spPr>
        <p:txBody>
          <a:bodyPr wrap="square" lIns="99941" tIns="49967" rIns="99941" bIns="49967" rtlCol="0">
            <a:spAutoFit/>
          </a:bodyPr>
          <a:lstStyle/>
          <a:p>
            <a:pPr defTabSz="1001395" eaLnBrk="0" fontAlgn="ctr" hangingPunct="0"/>
            <a:r>
              <a:rPr lang="zh-CN" altLang="en-US" sz="3500" b="1"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思考题</a:t>
            </a:r>
            <a:endParaRPr lang="zh-CN" altLang="en-US" sz="3500" b="1"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baseline="0">
              <a:latin typeface="Huawei Sans" panose="020C0503030203020204" pitchFamily="34" charset="0"/>
              <a:ea typeface="方正兰亭黑简体" panose="02000000000000000000" pitchFamily="2" charset="-122"/>
            </a:endParaRPr>
          </a:p>
        </p:txBody>
      </p:sp>
      <p:sp>
        <p:nvSpPr>
          <p:cNvPr id="6"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baseline="0">
              <a:latin typeface="Huawei Sans" panose="020C0503030203020204" pitchFamily="34" charset="0"/>
              <a:ea typeface="方正兰亭黑简体" panose="02000000000000000000" pitchFamily="2" charset="-122"/>
            </a:endParaRPr>
          </a:p>
        </p:txBody>
      </p:sp>
      <p:grpSp>
        <p:nvGrpSpPr>
          <p:cNvPr id="7" name="组合 6"/>
          <p:cNvGrpSpPr/>
          <p:nvPr userDrawn="1"/>
        </p:nvGrpSpPr>
        <p:grpSpPr>
          <a:xfrm>
            <a:off x="479190" y="424270"/>
            <a:ext cx="495425" cy="592462"/>
            <a:chOff x="5554662" y="2422526"/>
            <a:chExt cx="690564" cy="825500"/>
          </a:xfrm>
          <a:solidFill>
            <a:schemeClr val="bg1"/>
          </a:solidFill>
        </p:grpSpPr>
        <p:sp>
          <p:nvSpPr>
            <p:cNvPr id="8" name="Freeform 30"/>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9" name="Freeform 31"/>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0" name="Freeform 32"/>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3" name="Freeform 35"/>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6" name="Freeform 38"/>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7" name="Freeform 39"/>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8" name="Freeform 40"/>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19" name="Freeform 41"/>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20" name="Freeform 42"/>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grpSp>
      <p:sp>
        <p:nvSpPr>
          <p:cNvPr id="23" name="文本占位符 6"/>
          <p:cNvSpPr>
            <a:spLocks noGrp="1"/>
          </p:cNvSpPr>
          <p:nvPr>
            <p:ph type="body" sz="quarter" idx="11" hasCustomPrompt="1"/>
          </p:nvPr>
        </p:nvSpPr>
        <p:spPr>
          <a:xfrm>
            <a:off x="451191" y="1247555"/>
            <a:ext cx="11307600" cy="4680000"/>
          </a:xfrm>
          <a:prstGeom prst="rect">
            <a:avLst/>
          </a:prstGeom>
        </p:spPr>
        <p:txBody>
          <a:bodyPr/>
          <a:lstStyle>
            <a:lvl1pPr marL="457200" marR="0" indent="-457200" algn="just" defTabSz="802005" rtl="0" eaLnBrk="1" fontAlgn="ctr" latinLnBrk="0" hangingPunct="1">
              <a:lnSpc>
                <a:spcPct val="140000"/>
              </a:lnSpc>
              <a:spcBef>
                <a:spcPct val="30000"/>
              </a:spcBef>
              <a:spcAft>
                <a:spcPct val="0"/>
              </a:spcAft>
              <a:buClr>
                <a:schemeClr val="tx1"/>
              </a:buClr>
              <a:buSzPct val="100000"/>
              <a:buFont typeface="+mj-lt"/>
              <a:buAutoNum type="arabicPeriod"/>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401320" indent="0" algn="just">
              <a:buSzPct val="100000"/>
              <a:buFont typeface="+mj-lt"/>
              <a:buNone/>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本章总结">
    <p:spTree>
      <p:nvGrpSpPr>
        <p:cNvPr id="1" name=""/>
        <p:cNvGrpSpPr/>
        <p:nvPr/>
      </p:nvGrpSpPr>
      <p:grpSpPr>
        <a:xfrm>
          <a:off x="0" y="0"/>
          <a:ext cx="0" cy="0"/>
          <a:chOff x="0" y="0"/>
          <a:chExt cx="0" cy="0"/>
        </a:xfrm>
      </p:grpSpPr>
      <p:sp>
        <p:nvSpPr>
          <p:cNvPr id="3" name="TextBox 10"/>
          <p:cNvSpPr txBox="1"/>
          <p:nvPr userDrawn="1"/>
        </p:nvSpPr>
        <p:spPr bwMode="auto">
          <a:xfrm>
            <a:off x="1594877" y="408780"/>
            <a:ext cx="2015437" cy="639559"/>
          </a:xfrm>
          <a:prstGeom prst="rect">
            <a:avLst/>
          </a:prstGeom>
          <a:noFill/>
          <a:ln w="9525">
            <a:noFill/>
            <a:miter lim="800000"/>
          </a:ln>
        </p:spPr>
        <p:txBody>
          <a:bodyPr wrap="square" lIns="99941" tIns="49967" rIns="99941" bIns="49967" rtlCol="0">
            <a:spAutoFit/>
          </a:bodyPr>
          <a:lstStyle/>
          <a:p>
            <a:pPr defTabSz="1001395" eaLnBrk="0" fontAlgn="ctr" hangingPunct="0"/>
            <a:r>
              <a:rPr lang="zh-CN" altLang="en-US" sz="3500" b="1"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本章总结</a:t>
            </a:r>
            <a:endParaRPr lang="zh-CN" altLang="en-US" sz="3500" b="1"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baseline="0">
              <a:latin typeface="Huawei Sans" panose="020C0503030203020204" pitchFamily="34" charset="0"/>
              <a:ea typeface="方正兰亭黑简体" panose="02000000000000000000" pitchFamily="2" charset="-122"/>
            </a:endParaRPr>
          </a:p>
        </p:txBody>
      </p:sp>
      <p:sp>
        <p:nvSpPr>
          <p:cNvPr id="5"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C0000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baseline="0">
              <a:latin typeface="Huawei Sans" panose="020C0503030203020204" pitchFamily="34" charset="0"/>
              <a:ea typeface="方正兰亭黑简体" panose="02000000000000000000" pitchFamily="2" charset="-122"/>
            </a:endParaRPr>
          </a:p>
        </p:txBody>
      </p:sp>
      <p:grpSp>
        <p:nvGrpSpPr>
          <p:cNvPr id="6" name="组合 5"/>
          <p:cNvGrpSpPr/>
          <p:nvPr userDrawn="1"/>
        </p:nvGrpSpPr>
        <p:grpSpPr>
          <a:xfrm>
            <a:off x="515179" y="490849"/>
            <a:ext cx="470510" cy="475421"/>
            <a:chOff x="5540375" y="2868613"/>
            <a:chExt cx="1106488" cy="1117600"/>
          </a:xfrm>
          <a:solidFill>
            <a:schemeClr val="bg1"/>
          </a:solidFill>
        </p:grpSpPr>
        <p:sp>
          <p:nvSpPr>
            <p:cNvPr id="7" name="Freeform 6"/>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sp>
          <p:nvSpPr>
            <p:cNvPr id="8" name="Freeform 7"/>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baseline="0">
                <a:latin typeface="Huawei Sans" panose="020C0503030203020204" pitchFamily="34" charset="0"/>
                <a:ea typeface="方正兰亭黑简体" panose="02000000000000000000" pitchFamily="2" charset="-122"/>
              </a:endParaRPr>
            </a:p>
          </p:txBody>
        </p:sp>
      </p:grpSp>
      <p:sp>
        <p:nvSpPr>
          <p:cNvPr id="10" name="内容占位符 6"/>
          <p:cNvSpPr>
            <a:spLocks noGrp="1"/>
          </p:cNvSpPr>
          <p:nvPr>
            <p:ph sz="quarter" idx="10"/>
          </p:nvPr>
        </p:nvSpPr>
        <p:spPr>
          <a:xfrm>
            <a:off x="445283" y="1247555"/>
            <a:ext cx="11307600" cy="468000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8#谢谢">
    <p:spTree>
      <p:nvGrpSpPr>
        <p:cNvPr id="1" name=""/>
        <p:cNvGrpSpPr/>
        <p:nvPr/>
      </p:nvGrpSpPr>
      <p:grpSpPr>
        <a:xfrm>
          <a:off x="0" y="0"/>
          <a:ext cx="0" cy="0"/>
          <a:chOff x="0" y="0"/>
          <a:chExt cx="0" cy="0"/>
        </a:xfrm>
      </p:grpSpPr>
      <p:grpSp>
        <p:nvGrpSpPr>
          <p:cNvPr id="15" name="组合 14"/>
          <p:cNvGrpSpPr/>
          <p:nvPr userDrawn="1"/>
        </p:nvGrpSpPr>
        <p:grpSpPr>
          <a:xfrm>
            <a:off x="12216278" y="2923311"/>
            <a:ext cx="1982916" cy="3934682"/>
            <a:chOff x="12216278" y="2262477"/>
            <a:chExt cx="1982916" cy="4604143"/>
          </a:xfrm>
        </p:grpSpPr>
        <p:grpSp>
          <p:nvGrpSpPr>
            <p:cNvPr id="16" name="组合 15"/>
            <p:cNvGrpSpPr/>
            <p:nvPr userDrawn="1"/>
          </p:nvGrpSpPr>
          <p:grpSpPr>
            <a:xfrm>
              <a:off x="12315635" y="2262477"/>
              <a:ext cx="1883559" cy="692624"/>
              <a:chOff x="12315635" y="2207613"/>
              <a:chExt cx="1883559" cy="692624"/>
            </a:xfrm>
          </p:grpSpPr>
          <p:sp>
            <p:nvSpPr>
              <p:cNvPr id="33"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en-US"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186C</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200/16/46</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4"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en-US"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185C</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199/0/11</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5" name="文本框 31"/>
              <p:cNvSpPr txBox="1"/>
              <p:nvPr userDrawn="1"/>
            </p:nvSpPr>
            <p:spPr>
              <a:xfrm>
                <a:off x="12326898" y="2207613"/>
                <a:ext cx="384721" cy="180071"/>
              </a:xfrm>
              <a:prstGeom prst="rect">
                <a:avLst/>
              </a:prstGeom>
              <a:noFill/>
            </p:spPr>
            <p:txBody>
              <a:bodyPr wrap="none" lIns="0" tIns="0" rIns="0" bIns="0" rtlCol="0">
                <a:spAutoFit/>
              </a:bodyPr>
              <a:lstStyle/>
              <a:p>
                <a:pPr algn="ctr">
                  <a:lnSpc>
                    <a:spcPct val="100000"/>
                  </a:lnSpc>
                </a:pPr>
                <a:r>
                  <a:rPr kumimoji="1" lang="zh-CN" altLang="en-US" sz="1000" baseline="0" dirty="0">
                    <a:solidFill>
                      <a:schemeClr val="tx1"/>
                    </a:solidFill>
                    <a:latin typeface="Huawei Sans" panose="020C0503030203020204" pitchFamily="34" charset="0"/>
                    <a:ea typeface="方正兰亭黑简体" panose="02000000000000000000" pitchFamily="2" charset="-122"/>
                  </a:rPr>
                  <a:t>品牌色</a:t>
                </a:r>
                <a:endParaRPr kumimoji="1" lang="zh-CN" altLang="en-US" sz="1000" baseline="0" dirty="0">
                  <a:solidFill>
                    <a:schemeClr val="tx1"/>
                  </a:solidFill>
                  <a:latin typeface="Huawei Sans" panose="020C0503030203020204" pitchFamily="34" charset="0"/>
                  <a:ea typeface="方正兰亭黑简体" panose="02000000000000000000" pitchFamily="2" charset="-122"/>
                </a:endParaRPr>
              </a:p>
            </p:txBody>
          </p:sp>
        </p:grpSp>
        <p:grpSp>
          <p:nvGrpSpPr>
            <p:cNvPr id="17" name="组合 16"/>
            <p:cNvGrpSpPr/>
            <p:nvPr userDrawn="1"/>
          </p:nvGrpSpPr>
          <p:grpSpPr>
            <a:xfrm>
              <a:off x="12216278" y="3054642"/>
              <a:ext cx="1982912" cy="3811978"/>
              <a:chOff x="12216278" y="3054642"/>
              <a:chExt cx="1982912" cy="3811978"/>
            </a:xfrm>
          </p:grpSpPr>
          <p:sp>
            <p:nvSpPr>
              <p:cNvPr id="1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234</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90/79</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1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120</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0/15</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0" name="文本框 15"/>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lnSpc>
                    <a:spcPct val="100000"/>
                  </a:lnSpc>
                </a:pPr>
                <a:r>
                  <a:rPr kumimoji="1" lang="zh-CN" altLang="en-US" sz="1000" baseline="0" dirty="0">
                    <a:solidFill>
                      <a:schemeClr val="tx1"/>
                    </a:solidFill>
                    <a:latin typeface="Huawei Sans" panose="020C0503030203020204" pitchFamily="34" charset="0"/>
                    <a:ea typeface="方正兰亭黑简体" panose="02000000000000000000" pitchFamily="2" charset="-122"/>
                  </a:rPr>
                  <a:t>辅助色</a:t>
                </a:r>
                <a:endParaRPr kumimoji="1" lang="zh-CN" altLang="en-US" sz="1000" baseline="0" dirty="0">
                  <a:solidFill>
                    <a:schemeClr val="tx1"/>
                  </a:solidFill>
                  <a:latin typeface="Huawei Sans" panose="020C0503030203020204" pitchFamily="34" charset="0"/>
                  <a:ea typeface="方正兰亭黑简体" panose="02000000000000000000" pitchFamily="2" charset="-122"/>
                </a:endParaRPr>
              </a:p>
            </p:txBody>
          </p:sp>
          <p:sp>
            <p:nvSpPr>
              <p:cNvPr id="2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248</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181/60</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235</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92/1</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137/137/137</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35/24/21</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221</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221/221</a:t>
                </a:r>
                <a:endPar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233</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140/128</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159</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245</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220/87</a:t>
                </a:r>
                <a:endPar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240</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133/0</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3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181</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181/181</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31"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89</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87/87</a:t>
                </a:r>
                <a:endParaRPr kumimoji="1" lang="en-US" altLang="zh-CN" sz="700" b="1" baseline="0"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32"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255</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255/255</a:t>
                </a:r>
                <a:endParaRPr kumimoji="1" lang="en-US" altLang="zh-CN" sz="700" b="1" baseline="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endParaRPr>
              </a:p>
            </p:txBody>
          </p:sp>
        </p:grpSp>
      </p:grpSp>
      <p:sp>
        <p:nvSpPr>
          <p:cNvPr id="2" name="文本框 1"/>
          <p:cNvSpPr txBox="1"/>
          <p:nvPr userDrawn="1"/>
        </p:nvSpPr>
        <p:spPr>
          <a:xfrm>
            <a:off x="4409770" y="1622326"/>
            <a:ext cx="3377380" cy="861774"/>
          </a:xfrm>
          <a:prstGeom prst="rect">
            <a:avLst/>
          </a:prstGeom>
          <a:noFill/>
        </p:spPr>
        <p:txBody>
          <a:bodyPr wrap="square" rtlCol="0">
            <a:spAutoFit/>
          </a:bodyPr>
          <a:lstStyle/>
          <a:p>
            <a:r>
              <a:rPr lang="en-US" altLang="zh-CN" sz="5000" baseline="0" dirty="0">
                <a:latin typeface="Huawei Sans" panose="020C0503030203020204" pitchFamily="34" charset="0"/>
                <a:ea typeface="方正兰亭黑简体" panose="02000000000000000000" pitchFamily="2" charset="-122"/>
              </a:rPr>
              <a:t>Thank you.</a:t>
            </a:r>
            <a:endParaRPr lang="zh-CN" altLang="en-US" sz="5000" baseline="0" dirty="0">
              <a:latin typeface="Huawei Sans" panose="020C0503030203020204" pitchFamily="34" charset="0"/>
              <a:ea typeface="方正兰亭黑简体" panose="02000000000000000000" pitchFamily="2" charset="-122"/>
            </a:endParaRPr>
          </a:p>
        </p:txBody>
      </p:sp>
      <p:sp>
        <p:nvSpPr>
          <p:cNvPr id="3" name="文本框 2"/>
          <p:cNvSpPr txBox="1"/>
          <p:nvPr userDrawn="1"/>
        </p:nvSpPr>
        <p:spPr>
          <a:xfrm>
            <a:off x="2227012" y="3423986"/>
            <a:ext cx="7742899" cy="507831"/>
          </a:xfrm>
          <a:prstGeom prst="rect">
            <a:avLst/>
          </a:prstGeom>
          <a:noFill/>
        </p:spPr>
        <p:txBody>
          <a:bodyPr wrap="square" rtlCol="0" anchor="ctr">
            <a:spAutoFit/>
          </a:bodyPr>
          <a:lstStyle>
            <a:defPPr>
              <a:defRPr lang="en-US"/>
            </a:defPPr>
            <a:lvl1pPr>
              <a:defRPr sz="5000" baseline="0">
                <a:latin typeface="Huawei Sans" panose="020C0503030203020204" pitchFamily="34" charset="0"/>
                <a:ea typeface="方正兰亭黑简体" panose="02000000000000000000" pitchFamily="2" charset="-122"/>
              </a:defRPr>
            </a:lvl1pPr>
          </a:lstStyle>
          <a:p>
            <a:pPr lvl="0">
              <a:lnSpc>
                <a:spcPct val="150000"/>
              </a:lnSpc>
            </a:pPr>
            <a:r>
              <a:rPr lang="zh-CN" altLang="en-US" sz="1800" dirty="0"/>
              <a:t>把数字世界带入每个人、每个家庭、每个组织，构建万物互联的智能世界。</a:t>
            </a:r>
            <a:endParaRPr lang="zh-CN" altLang="en-US" sz="1800" dirty="0"/>
          </a:p>
        </p:txBody>
      </p:sp>
      <p:pic>
        <p:nvPicPr>
          <p:cNvPr id="38" name="图片 3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38126" y="6262864"/>
            <a:ext cx="1869596" cy="399462"/>
          </a:xfrm>
          <a:prstGeom prst="rect">
            <a:avLst/>
          </a:prstGeom>
        </p:spPr>
      </p:pic>
      <p:sp>
        <p:nvSpPr>
          <p:cNvPr id="39" name="文本框 38"/>
          <p:cNvSpPr txBox="1"/>
          <p:nvPr userDrawn="1"/>
        </p:nvSpPr>
        <p:spPr>
          <a:xfrm>
            <a:off x="1163979" y="4131136"/>
            <a:ext cx="9864042" cy="507831"/>
          </a:xfrm>
          <a:prstGeom prst="rect">
            <a:avLst/>
          </a:prstGeom>
          <a:noFill/>
        </p:spPr>
        <p:txBody>
          <a:bodyPr wrap="square" rtlCol="0" anchor="ctr">
            <a:spAutoFit/>
          </a:bodyPr>
          <a:lstStyle>
            <a:defPPr>
              <a:defRPr lang="en-US"/>
            </a:defPPr>
            <a:lvl1pPr>
              <a:defRPr sz="5000" baseline="0">
                <a:latin typeface="Huawei Sans" panose="020C0503030203020204" pitchFamily="34" charset="0"/>
                <a:ea typeface="方正兰亭黑简体" panose="02000000000000000000" pitchFamily="2" charset="-122"/>
              </a:defRPr>
            </a:lvl1pPr>
          </a:lstStyle>
          <a:p>
            <a:pPr lvl="0">
              <a:lnSpc>
                <a:spcPct val="150000"/>
              </a:lnSpc>
            </a:pPr>
            <a:r>
              <a:rPr lang="en-US" altLang="zh-CN" sz="1800" dirty="0"/>
              <a:t>Bring digital to every person,</a:t>
            </a:r>
            <a:r>
              <a:rPr lang="en-US" altLang="zh-CN" sz="1800" baseline="0" dirty="0"/>
              <a:t> </a:t>
            </a:r>
            <a:r>
              <a:rPr lang="en-US" altLang="zh-CN" sz="1800" dirty="0"/>
              <a:t>home, and organization for a fully connected, intelligent world. </a:t>
            </a:r>
            <a:endParaRPr lang="zh-CN" alt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869611" y="260649"/>
            <a:ext cx="10323183" cy="868363"/>
          </a:xfrm>
          <a:prstGeom prst="rect">
            <a:avLst/>
          </a:prstGeom>
          <a:noFill/>
          <a:ln w="9525">
            <a:noFill/>
            <a:miter lim="800000"/>
          </a:ln>
        </p:spPr>
        <p:txBody>
          <a:bodyPr vert="horz" wrap="square" lIns="80128" tIns="40064" rIns="80128" bIns="40064" numCol="1" anchor="ctr" anchorCtr="0" compatLnSpc="1"/>
          <a:lstStyle/>
          <a:p>
            <a:pPr lvl="0"/>
            <a:r>
              <a:rPr lang="zh-CN" altLang="en-US" dirty="0"/>
              <a:t>单击此处编辑母版标题样式</a:t>
            </a:r>
            <a:endParaRPr lang="zh-CN" altLang="en-US" dirty="0"/>
          </a:p>
        </p:txBody>
      </p:sp>
      <p:sp>
        <p:nvSpPr>
          <p:cNvPr id="28" name="Rectangle 57"/>
          <p:cNvSpPr>
            <a:spLocks noGrp="1" noChangeArrowheads="1"/>
          </p:cNvSpPr>
          <p:nvPr>
            <p:ph type="body" idx="1"/>
          </p:nvPr>
        </p:nvSpPr>
        <p:spPr bwMode="auto">
          <a:xfrm>
            <a:off x="442912" y="1248073"/>
            <a:ext cx="11307600" cy="468000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9" name="Rectangle 69"/>
          <p:cNvSpPr>
            <a:spLocks noChangeArrowheads="1"/>
          </p:cNvSpPr>
          <p:nvPr userDrawn="1"/>
        </p:nvSpPr>
        <p:spPr bwMode="auto">
          <a:xfrm>
            <a:off x="155280" y="6500581"/>
            <a:ext cx="658440" cy="265552"/>
          </a:xfrm>
          <a:prstGeom prst="rect">
            <a:avLst/>
          </a:prstGeom>
          <a:noFill/>
          <a:ln w="9525" algn="ctr">
            <a:noFill/>
            <a:miter lim="800000"/>
          </a:ln>
          <a:effectLst/>
        </p:spPr>
        <p:txBody>
          <a:bodyPr wrap="none" lIns="80070" tIns="40036" rIns="80070" bIns="40036">
            <a:spAutoFit/>
          </a:bodyPr>
          <a:lstStyle/>
          <a:p>
            <a:pPr algn="l" defTabSz="801370" eaLnBrk="0" fontAlgn="ctr" hangingPunct="0">
              <a:defRPr/>
            </a:pPr>
            <a:r>
              <a:rPr lang="zh-CN" altLang="en-US" sz="1200" baseline="0" dirty="0">
                <a:latin typeface="Huawei Sans" panose="020C0503030203020204" pitchFamily="34" charset="0"/>
                <a:ea typeface="方正兰亭黑简体" panose="02000000000000000000" pitchFamily="2" charset="-122"/>
                <a:cs typeface="Huawei Sans" panose="020C0503030203020204" pitchFamily="34" charset="0"/>
              </a:rPr>
              <a:t>第</a:t>
            </a:r>
            <a:fld id="{2F2CF7F5-F178-4429-B6CA-28062DF31937}" type="slidenum">
              <a:rPr lang="en-US" altLang="zh-CN" sz="1200" smtClean="0">
                <a:latin typeface="Huawei Sans" panose="020C0503030203020204" pitchFamily="34" charset="0"/>
                <a:ea typeface="方正兰亭黑简体" panose="02000000000000000000" pitchFamily="2" charset="-122"/>
                <a:cs typeface="Huawei Sans" panose="020C0503030203020204" pitchFamily="34" charset="0"/>
              </a:rPr>
            </a:fld>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页</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0" name="组合 19"/>
          <p:cNvGrpSpPr/>
          <p:nvPr userDrawn="1"/>
        </p:nvGrpSpPr>
        <p:grpSpPr>
          <a:xfrm>
            <a:off x="12216278" y="2923311"/>
            <a:ext cx="1982916" cy="3934682"/>
            <a:chOff x="12216278" y="2262477"/>
            <a:chExt cx="1982916" cy="4604143"/>
          </a:xfrm>
        </p:grpSpPr>
        <p:grpSp>
          <p:nvGrpSpPr>
            <p:cNvPr id="21" name="组合 20"/>
            <p:cNvGrpSpPr/>
            <p:nvPr userDrawn="1"/>
          </p:nvGrpSpPr>
          <p:grpSpPr>
            <a:xfrm>
              <a:off x="12315635" y="2262477"/>
              <a:ext cx="1883559" cy="692624"/>
              <a:chOff x="12315635" y="2207613"/>
              <a:chExt cx="1883559" cy="692624"/>
            </a:xfrm>
          </p:grpSpPr>
          <p:sp>
            <p:nvSpPr>
              <p:cNvPr id="56"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en-US"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186C</a:t>
                </a:r>
                <a:endPar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200/16/46</a:t>
                </a:r>
                <a:endPar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7"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P</a:t>
                </a:r>
                <a:r>
                  <a:rPr kumimoji="1" lang="en-US" altLang="en-US"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ANTONE</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185C</a:t>
                </a:r>
                <a:endPar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RGB 199/0/11</a:t>
                </a:r>
                <a:endPar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 name="文本框 31"/>
              <p:cNvSpPr txBox="1"/>
              <p:nvPr userDrawn="1"/>
            </p:nvSpPr>
            <p:spPr>
              <a:xfrm>
                <a:off x="12326898" y="2207613"/>
                <a:ext cx="384721" cy="180071"/>
              </a:xfrm>
              <a:prstGeom prst="rect">
                <a:avLst/>
              </a:prstGeom>
              <a:noFill/>
            </p:spPr>
            <p:txBody>
              <a:bodyPr wrap="none" lIns="0" tIns="0" rIns="0" bIns="0" rtlCol="0">
                <a:spAutoFit/>
              </a:bodyPr>
              <a:lstStyle/>
              <a:p>
                <a:pPr algn="ctr">
                  <a:lnSpc>
                    <a:spcPct val="100000"/>
                  </a:lnSpc>
                </a:pPr>
                <a:r>
                  <a:rPr kumimoji="1" lang="zh-CN" altLang="en-US" sz="1000" dirty="0">
                    <a:solidFill>
                      <a:schemeClr val="tx1"/>
                    </a:solidFill>
                    <a:latin typeface="Huawei Sans" panose="020C0503030203020204" pitchFamily="34" charset="0"/>
                    <a:ea typeface="方正兰亭黑简体" panose="02000000000000000000" pitchFamily="2" charset="-122"/>
                  </a:rPr>
                  <a:t>品牌色</a:t>
                </a:r>
                <a:endParaRPr kumimoji="1" lang="zh-CN" altLang="en-US" sz="1000" dirty="0">
                  <a:solidFill>
                    <a:schemeClr val="tx1"/>
                  </a:solidFill>
                  <a:latin typeface="Huawei Sans" panose="020C0503030203020204" pitchFamily="34" charset="0"/>
                  <a:ea typeface="方正兰亭黑简体" panose="02000000000000000000" pitchFamily="2" charset="-122"/>
                </a:endParaRPr>
              </a:p>
            </p:txBody>
          </p:sp>
        </p:grpSp>
        <p:grpSp>
          <p:nvGrpSpPr>
            <p:cNvPr id="22" name="组合 21"/>
            <p:cNvGrpSpPr/>
            <p:nvPr userDrawn="1"/>
          </p:nvGrpSpPr>
          <p:grpSpPr>
            <a:xfrm>
              <a:off x="12216278" y="3054642"/>
              <a:ext cx="1982912" cy="3811978"/>
              <a:chOff x="12216278" y="3054642"/>
              <a:chExt cx="1982912" cy="3811978"/>
            </a:xfrm>
          </p:grpSpPr>
          <p:sp>
            <p:nvSpPr>
              <p:cNvPr id="23"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234</a:t>
                </a: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90/79</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4"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120</a:t>
                </a: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0/15</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5" name="文本框 15"/>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a:lnSpc>
                    <a:spcPct val="100000"/>
                  </a:lnSpc>
                </a:pPr>
                <a:r>
                  <a:rPr kumimoji="1" lang="zh-CN" altLang="en-US" sz="1000" dirty="0">
                    <a:solidFill>
                      <a:schemeClr val="tx1"/>
                    </a:solidFill>
                    <a:latin typeface="Huawei Sans" panose="020C0503030203020204" pitchFamily="34" charset="0"/>
                    <a:ea typeface="方正兰亭黑简体" panose="02000000000000000000" pitchFamily="2" charset="-122"/>
                  </a:rPr>
                  <a:t>辅助色</a:t>
                </a:r>
                <a:endParaRPr kumimoji="1" lang="zh-CN" altLang="en-US" sz="1000" dirty="0">
                  <a:solidFill>
                    <a:schemeClr val="tx1"/>
                  </a:solidFill>
                  <a:latin typeface="Huawei Sans" panose="020C0503030203020204" pitchFamily="34" charset="0"/>
                  <a:ea typeface="方正兰亭黑简体" panose="02000000000000000000" pitchFamily="2" charset="-122"/>
                </a:endParaRPr>
              </a:p>
            </p:txBody>
          </p:sp>
          <p:sp>
            <p:nvSpPr>
              <p:cNvPr id="26"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248</a:t>
                </a: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181/60</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5"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235</a:t>
                </a: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92/1</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6"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137/137/137</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7"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35/24/21</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8"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221</a:t>
                </a:r>
                <a:r>
                  <a:rPr kumimoji="1" lang="en-US" altLang="zh-CN" sz="7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221/221</a:t>
                </a:r>
                <a:endParaRPr kumimoji="1" lang="en-US" altLang="zh-CN" sz="7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9"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233</a:t>
                </a: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140/128</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50"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159</a:t>
                </a: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0/1</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51"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245</a:t>
                </a:r>
                <a:r>
                  <a:rPr kumimoji="1" lang="en-US" altLang="zh-CN" sz="7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220/87</a:t>
                </a:r>
                <a:endParaRPr kumimoji="1" lang="en-US" altLang="zh-CN" sz="7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52"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240</a:t>
                </a: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133/0</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53"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181</a:t>
                </a: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181/181</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54"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 89</a:t>
                </a:r>
                <a:r>
                  <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tx2"/>
                    </a:solidFill>
                    <a:latin typeface="Huawei Sans" panose="020C0503030203020204" pitchFamily="34" charset="0"/>
                    <a:ea typeface="方正兰亭黑简体" panose="02000000000000000000" pitchFamily="2" charset="-122"/>
                    <a:cs typeface="Huawei Sans" panose="020C0503030203020204" pitchFamily="34" charset="0"/>
                  </a:rPr>
                  <a:t>87/87</a:t>
                </a:r>
                <a:endParaRPr kumimoji="1" lang="en-US" altLang="zh-CN" sz="700" b="1" dirty="0">
                  <a:solidFill>
                    <a:schemeClr val="tx2"/>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55"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RGB</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255</a:t>
                </a:r>
                <a:r>
                  <a:rPr kumimoji="1" lang="en-US" altLang="zh-CN" sz="7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rPr>
                  <a:t>/</a:t>
                </a:r>
                <a:r>
                  <a:rPr kumimoji="1" lang="en-US" altLang="zh-CN" sz="7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255/255</a:t>
                </a:r>
                <a:endParaRPr kumimoji="1" lang="en-US" altLang="zh-CN" sz="7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endParaRPr>
              </a:p>
            </p:txBody>
          </p:sp>
        </p:gr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iming>
    <p:tnLst>
      <p:par>
        <p:cTn id="1" dur="indefinite" restart="never" nodeType="tmRoot"/>
      </p:par>
    </p:tnLst>
  </p:timing>
  <p:txStyles>
    <p:titleStyle>
      <a:lvl1pPr algn="l" defTabSz="913765" rtl="0" eaLnBrk="1" fontAlgn="ctr" latinLnBrk="0" hangingPunct="1">
        <a:lnSpc>
          <a:spcPct val="90000"/>
        </a:lnSpc>
        <a:spcBef>
          <a:spcPct val="0"/>
        </a:spcBef>
        <a:buNone/>
        <a:defRPr sz="3500" kern="1200">
          <a:solidFill>
            <a:schemeClr val="tx1"/>
          </a:solidFill>
          <a:latin typeface="Huawei Sans" panose="020C0503030203020204" pitchFamily="34" charset="0"/>
          <a:ea typeface="方正兰亭黑简体" panose="02000000000000000000" pitchFamily="2" charset="-122"/>
          <a:cs typeface="+mj-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wmf"/><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smtClean="0">
                <a:sym typeface="Huawei Sans" panose="020C0503030203020204" pitchFamily="34" charset="0"/>
              </a:rPr>
              <a:t>第</a:t>
            </a:r>
            <a:r>
              <a:rPr lang="en-US" altLang="zh-CN" dirty="0" smtClean="0">
                <a:sym typeface="Huawei Sans" panose="020C0503030203020204" pitchFamily="34" charset="0"/>
              </a:rPr>
              <a:t>4</a:t>
            </a:r>
            <a:r>
              <a:rPr lang="zh-CN" altLang="en-US" dirty="0" smtClean="0">
                <a:sym typeface="Huawei Sans" panose="020C0503030203020204" pitchFamily="34" charset="0"/>
              </a:rPr>
              <a:t>章  网络可靠性</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594177" y="410400"/>
            <a:ext cx="9827761" cy="640800"/>
          </a:xfrm>
        </p:spPr>
        <p:txBody>
          <a:bodyPr/>
          <a:lstStyle/>
          <a:p>
            <a:r>
              <a:rPr lang="zh-CN" altLang="en-US" dirty="0">
                <a:sym typeface="Huawei Sans" panose="020C0503030203020204" pitchFamily="34" charset="0"/>
              </a:rPr>
              <a:t>学习目标</a:t>
            </a:r>
            <a:endParaRPr lang="zh-CN" altLang="en-US" dirty="0">
              <a:sym typeface="Huawei Sans" panose="020C0503030203020204" pitchFamily="34" charset="0"/>
            </a:endParaRPr>
          </a:p>
        </p:txBody>
      </p:sp>
      <p:sp>
        <p:nvSpPr>
          <p:cNvPr id="17" name="文本占位符 16"/>
          <p:cNvSpPr>
            <a:spLocks noGrp="1"/>
          </p:cNvSpPr>
          <p:nvPr>
            <p:ph type="body" sz="quarter" idx="10"/>
          </p:nvPr>
        </p:nvSpPr>
        <p:spPr>
          <a:xfrm>
            <a:off x="444603" y="1247556"/>
            <a:ext cx="11307600" cy="4680000"/>
          </a:xfrm>
        </p:spPr>
        <p:txBody>
          <a:bodyPr/>
          <a:lstStyle/>
          <a:p>
            <a:pPr lvl="0"/>
            <a:r>
              <a:rPr lang="zh-CN" altLang="zh-CN" dirty="0"/>
              <a:t>掌握</a:t>
            </a:r>
            <a:r>
              <a:rPr lang="en-US" altLang="zh-CN" dirty="0"/>
              <a:t>VRRP</a:t>
            </a:r>
            <a:r>
              <a:rPr lang="zh-CN" altLang="zh-CN" dirty="0"/>
              <a:t>的工作原理。</a:t>
            </a:r>
            <a:endParaRPr lang="zh-CN" altLang="zh-CN" dirty="0"/>
          </a:p>
          <a:p>
            <a:pPr lvl="0"/>
            <a:r>
              <a:rPr lang="zh-CN" altLang="zh-CN" dirty="0"/>
              <a:t>掌握</a:t>
            </a:r>
            <a:r>
              <a:rPr lang="en-US" altLang="zh-CN" dirty="0"/>
              <a:t>VRRP</a:t>
            </a:r>
            <a:r>
              <a:rPr lang="zh-CN" altLang="zh-CN" dirty="0"/>
              <a:t>的配置方法。</a:t>
            </a:r>
            <a:endParaRPr lang="zh-CN" altLang="zh-CN" dirty="0"/>
          </a:p>
          <a:p>
            <a:pPr lvl="0"/>
            <a:r>
              <a:rPr lang="zh-CN" altLang="zh-CN" dirty="0"/>
              <a:t>理解链路聚合的作用及工作原理。</a:t>
            </a:r>
            <a:endParaRPr lang="zh-CN" altLang="zh-CN" dirty="0"/>
          </a:p>
          <a:p>
            <a:pPr lvl="0"/>
            <a:r>
              <a:rPr lang="zh-CN" altLang="zh-CN" dirty="0"/>
              <a:t>掌握链路聚合的配置方法。</a:t>
            </a:r>
            <a:endParaRPr lang="zh-CN" altLang="zh-CN" dirty="0"/>
          </a:p>
          <a:p>
            <a:r>
              <a:rPr lang="zh-CN" altLang="zh-CN" dirty="0"/>
              <a:t>了解堆叠技术的基本原理及应用。</a:t>
            </a:r>
            <a:endParaRPr lang="zh-CN" altLang="en-US" dirty="0">
              <a:sym typeface="Huawei Sans" panose="020C0503030203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54816" y="1233486"/>
            <a:ext cx="11307600" cy="4984433"/>
          </a:xfrm>
        </p:spPr>
        <p:txBody>
          <a:bodyPr/>
          <a:lstStyle/>
          <a:p>
            <a:pPr marL="0" indent="0">
              <a:buNone/>
            </a:pPr>
            <a:r>
              <a:rPr lang="en-US" altLang="zh-CN" dirty="0" smtClean="0">
                <a:solidFill>
                  <a:srgbClr val="C7000B"/>
                </a:solidFill>
              </a:rPr>
              <a:t>4.1 VRRP</a:t>
            </a:r>
            <a:r>
              <a:rPr lang="zh-CN" altLang="en-US" dirty="0" smtClean="0">
                <a:solidFill>
                  <a:srgbClr val="C7000B"/>
                </a:solidFill>
              </a:rPr>
              <a:t>协议</a:t>
            </a:r>
            <a:endParaRPr lang="en-US" altLang="zh-CN" dirty="0" smtClean="0">
              <a:solidFill>
                <a:srgbClr val="C7000B"/>
              </a:solidFill>
            </a:endParaRPr>
          </a:p>
          <a:p>
            <a:pPr marL="302260" lvl="1" indent="0">
              <a:buNone/>
            </a:pPr>
            <a:r>
              <a:rPr lang="en-US" altLang="zh-CN" dirty="0" smtClean="0">
                <a:solidFill>
                  <a:srgbClr val="C7000B"/>
                </a:solidFill>
              </a:rPr>
              <a:t>4.1.1 VRRP</a:t>
            </a:r>
            <a:r>
              <a:rPr lang="zh-CN" altLang="en-US" dirty="0" smtClean="0">
                <a:solidFill>
                  <a:srgbClr val="C7000B"/>
                </a:solidFill>
              </a:rPr>
              <a:t>概述</a:t>
            </a:r>
            <a:endParaRPr lang="en-US" altLang="zh-CN" dirty="0" smtClean="0">
              <a:solidFill>
                <a:srgbClr val="C7000B"/>
              </a:solidFill>
            </a:endParaRPr>
          </a:p>
          <a:p>
            <a:pPr marL="302260" lvl="1" indent="0">
              <a:buNone/>
            </a:pPr>
            <a:r>
              <a:rPr lang="en-US" altLang="zh-CN" dirty="0">
                <a:solidFill>
                  <a:srgbClr val="C7000B"/>
                </a:solidFill>
              </a:rPr>
              <a:t>4</a:t>
            </a:r>
            <a:r>
              <a:rPr lang="en-US" altLang="zh-CN" dirty="0" smtClean="0">
                <a:solidFill>
                  <a:srgbClr val="C7000B"/>
                </a:solidFill>
              </a:rPr>
              <a:t>.1.2 VRRP</a:t>
            </a:r>
            <a:r>
              <a:rPr lang="zh-CN" altLang="en-US" dirty="0" smtClean="0">
                <a:solidFill>
                  <a:srgbClr val="C7000B"/>
                </a:solidFill>
              </a:rPr>
              <a:t>工作原理</a:t>
            </a:r>
            <a:endParaRPr lang="en-US" altLang="zh-CN" dirty="0" smtClean="0">
              <a:solidFill>
                <a:srgbClr val="C7000B"/>
              </a:solidFill>
            </a:endParaRPr>
          </a:p>
          <a:p>
            <a:pPr marL="302260" lvl="1" indent="0">
              <a:buNone/>
            </a:pPr>
            <a:r>
              <a:rPr lang="en-US" altLang="zh-CN" dirty="0" smtClean="0">
                <a:solidFill>
                  <a:srgbClr val="C7000B"/>
                </a:solidFill>
              </a:rPr>
              <a:t>4.1.3 VRRP</a:t>
            </a:r>
            <a:r>
              <a:rPr lang="zh-CN" altLang="en-US" dirty="0" smtClean="0">
                <a:solidFill>
                  <a:srgbClr val="C7000B"/>
                </a:solidFill>
              </a:rPr>
              <a:t>配置</a:t>
            </a:r>
            <a:endParaRPr lang="en-US" altLang="zh-CN" dirty="0" smtClean="0">
              <a:solidFill>
                <a:srgbClr val="C7000B"/>
              </a:solidFill>
            </a:endParaRPr>
          </a:p>
          <a:p>
            <a:pPr marL="0" indent="0">
              <a:buNone/>
            </a:pPr>
            <a:r>
              <a:rPr lang="en-US" altLang="zh-CN" dirty="0"/>
              <a:t>4</a:t>
            </a:r>
            <a:r>
              <a:rPr lang="en-US" altLang="zh-CN" dirty="0" smtClean="0"/>
              <a:t>.2 </a:t>
            </a:r>
            <a:r>
              <a:rPr lang="zh-CN" altLang="en-US" dirty="0" smtClean="0"/>
              <a:t>链路聚合</a:t>
            </a:r>
            <a:endParaRPr lang="en-US" altLang="zh-CN" dirty="0" smtClean="0"/>
          </a:p>
          <a:p>
            <a:pPr marL="0" indent="0">
              <a:buNone/>
            </a:pPr>
            <a:r>
              <a:rPr lang="en-US" altLang="zh-CN" dirty="0" smtClean="0"/>
              <a:t>4.3 </a:t>
            </a:r>
            <a:r>
              <a:rPr lang="zh-CN" altLang="en-US" dirty="0" smtClean="0"/>
              <a:t>堆叠技术</a:t>
            </a:r>
            <a:endParaRPr lang="en-US" altLang="zh-CN"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4.1.1 VRRP</a:t>
            </a:r>
            <a:r>
              <a:rPr lang="zh-CN" altLang="en-US" dirty="0" smtClean="0"/>
              <a:t>概述</a:t>
            </a:r>
            <a:endParaRPr lang="en-US" altLang="zh-CN" dirty="0"/>
          </a:p>
        </p:txBody>
      </p:sp>
      <p:sp>
        <p:nvSpPr>
          <p:cNvPr id="3" name="文本占位符 2"/>
          <p:cNvSpPr>
            <a:spLocks noGrp="1"/>
          </p:cNvSpPr>
          <p:nvPr>
            <p:ph type="body" sz="quarter" idx="10"/>
          </p:nvPr>
        </p:nvSpPr>
        <p:spPr/>
        <p:txBody>
          <a:bodyPr/>
          <a:lstStyle/>
          <a:p>
            <a:r>
              <a:rPr lang="en-US" altLang="zh-CN" dirty="0" smtClean="0"/>
              <a:t>VRRP</a:t>
            </a:r>
            <a:r>
              <a:rPr lang="zh-CN" altLang="en-US" dirty="0" smtClean="0"/>
              <a:t>定义：</a:t>
            </a:r>
            <a:r>
              <a:rPr lang="zh-CN" altLang="zh-CN" dirty="0" smtClean="0"/>
              <a:t>虚拟路由器冗余协议（</a:t>
            </a:r>
            <a:r>
              <a:rPr lang="en-US" altLang="zh-CN" dirty="0" smtClean="0"/>
              <a:t>Virtual Router Redundancy Protocol</a:t>
            </a:r>
            <a:r>
              <a:rPr lang="zh-CN" altLang="zh-CN" dirty="0" smtClean="0"/>
              <a:t>）</a:t>
            </a:r>
            <a:r>
              <a:rPr lang="zh-CN" altLang="en-US" dirty="0" smtClean="0"/>
              <a:t>，</a:t>
            </a:r>
            <a:r>
              <a:rPr lang="zh-CN" altLang="zh-CN" dirty="0" smtClean="0"/>
              <a:t>是一种容错协议</a:t>
            </a:r>
            <a:r>
              <a:rPr lang="zh-CN" altLang="en-US" dirty="0"/>
              <a:t>；</a:t>
            </a:r>
            <a:endParaRPr lang="en-US" altLang="zh-CN" dirty="0" smtClean="0"/>
          </a:p>
          <a:p>
            <a:r>
              <a:rPr lang="en-US" altLang="zh-CN" dirty="0" smtClean="0"/>
              <a:t>VRRP</a:t>
            </a:r>
            <a:r>
              <a:rPr lang="zh-CN" altLang="zh-CN" dirty="0" smtClean="0"/>
              <a:t>的作用：</a:t>
            </a:r>
            <a:r>
              <a:rPr lang="en-US" altLang="zh-CN" dirty="0" smtClean="0"/>
              <a:t>VRRP</a:t>
            </a:r>
            <a:r>
              <a:rPr lang="zh-CN" altLang="zh-CN" dirty="0" smtClean="0"/>
              <a:t>提供了将多台路由器虚拟成一台路由器的服务，它通过虚拟化技术，将多台物理设备在逻辑上合并为一台虚拟设备，同时让物理路由器对外隐藏各自的信息，以便针对其他设备提供一致性的服务</a:t>
            </a:r>
            <a:r>
              <a:rPr lang="zh-CN" altLang="en-US" dirty="0" smtClean="0"/>
              <a:t>。</a:t>
            </a:r>
            <a:endParaRPr lang="zh-CN" altLang="zh-CN" dirty="0" smtClean="0"/>
          </a:p>
          <a:p>
            <a:pPr lvl="1"/>
            <a:r>
              <a:rPr lang="zh-CN" altLang="zh-CN" dirty="0" smtClean="0"/>
              <a:t>实现网关冗余</a:t>
            </a:r>
            <a:endParaRPr lang="en-US" altLang="zh-CN" dirty="0" smtClean="0"/>
          </a:p>
          <a:p>
            <a:pPr lvl="1"/>
            <a:r>
              <a:rPr lang="zh-CN" altLang="zh-CN" dirty="0" smtClean="0"/>
              <a:t>提升网络可靠性</a:t>
            </a:r>
            <a:endParaRPr lang="zh-CN" altLang="zh-C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en-US" altLang="zh-CN" dirty="0" smtClean="0"/>
              <a:t>4.1.2 VRRP</a:t>
            </a:r>
            <a:r>
              <a:rPr lang="zh-CN" altLang="en-US" dirty="0" smtClean="0"/>
              <a:t>工作原理</a:t>
            </a:r>
            <a:endParaRPr lang="zh-CN" altLang="en-US" dirty="0"/>
          </a:p>
        </p:txBody>
      </p:sp>
      <p:sp>
        <p:nvSpPr>
          <p:cNvPr id="3" name="文本占位符 2"/>
          <p:cNvSpPr>
            <a:spLocks noGrp="1"/>
          </p:cNvSpPr>
          <p:nvPr>
            <p:ph type="body" sz="quarter" idx="10"/>
          </p:nvPr>
        </p:nvSpPr>
        <p:spPr/>
        <p:txBody>
          <a:bodyPr/>
          <a:lstStyle/>
          <a:p>
            <a:r>
              <a:rPr lang="en-US" altLang="zh-CN" dirty="0" smtClean="0"/>
              <a:t>VRRP</a:t>
            </a:r>
            <a:r>
              <a:rPr lang="zh-CN" altLang="zh-CN" dirty="0" smtClean="0"/>
              <a:t>相关术语</a:t>
            </a:r>
            <a:endParaRPr lang="zh-CN" altLang="zh-CN" dirty="0" smtClean="0"/>
          </a:p>
          <a:p>
            <a:pPr lvl="1"/>
            <a:r>
              <a:rPr lang="en-US" altLang="zh-CN" dirty="0" smtClean="0"/>
              <a:t>VRRP</a:t>
            </a:r>
            <a:r>
              <a:rPr lang="zh-CN" altLang="zh-CN" dirty="0" smtClean="0"/>
              <a:t>组</a:t>
            </a:r>
            <a:endParaRPr lang="en-US" altLang="zh-CN" dirty="0" smtClean="0"/>
          </a:p>
          <a:p>
            <a:pPr lvl="1"/>
            <a:r>
              <a:rPr lang="zh-CN" altLang="zh-CN" dirty="0" smtClean="0"/>
              <a:t>虚拟</a:t>
            </a:r>
            <a:r>
              <a:rPr lang="en-US" altLang="zh-CN" dirty="0" smtClean="0"/>
              <a:t>IP</a:t>
            </a:r>
            <a:r>
              <a:rPr lang="zh-CN" altLang="zh-CN" dirty="0" smtClean="0"/>
              <a:t>地址</a:t>
            </a:r>
            <a:endParaRPr lang="en-US" altLang="zh-CN" dirty="0" smtClean="0"/>
          </a:p>
          <a:p>
            <a:pPr lvl="1"/>
            <a:r>
              <a:rPr lang="zh-CN" altLang="zh-CN" dirty="0" smtClean="0"/>
              <a:t>虚拟</a:t>
            </a:r>
            <a:r>
              <a:rPr lang="en-US" altLang="zh-CN" dirty="0" smtClean="0"/>
              <a:t>MAC</a:t>
            </a:r>
            <a:r>
              <a:rPr lang="zh-CN" altLang="zh-CN" dirty="0" smtClean="0"/>
              <a:t>地址</a:t>
            </a:r>
            <a:endParaRPr lang="en-US" altLang="zh-CN" dirty="0" smtClean="0"/>
          </a:p>
          <a:p>
            <a:pPr lvl="1"/>
            <a:r>
              <a:rPr lang="en-US" altLang="zh-CN" dirty="0" smtClean="0"/>
              <a:t>VRID</a:t>
            </a:r>
            <a:endParaRPr lang="en-US" altLang="zh-CN" dirty="0" smtClean="0"/>
          </a:p>
          <a:p>
            <a:pPr lvl="1"/>
            <a:r>
              <a:rPr lang="en-US" altLang="zh-CN" dirty="0" smtClean="0"/>
              <a:t>Master</a:t>
            </a:r>
            <a:r>
              <a:rPr lang="zh-CN" altLang="en-US" dirty="0" smtClean="0"/>
              <a:t>与</a:t>
            </a:r>
            <a:r>
              <a:rPr lang="en-US" altLang="zh-CN" dirty="0" smtClean="0"/>
              <a:t>Backup</a:t>
            </a:r>
            <a:endParaRPr lang="en-US" altLang="zh-CN" dirty="0" smtClean="0"/>
          </a:p>
          <a:p>
            <a:pPr lvl="1"/>
            <a:r>
              <a:rPr lang="zh-CN" altLang="zh-CN" dirty="0" smtClean="0"/>
              <a:t>优先级</a:t>
            </a:r>
            <a:endParaRPr lang="en-US" altLang="zh-CN" dirty="0" smtClean="0"/>
          </a:p>
          <a:p>
            <a:pPr lvl="1"/>
            <a:r>
              <a:rPr lang="zh-CN" altLang="zh-CN" dirty="0" smtClean="0"/>
              <a:t>抢占</a:t>
            </a:r>
            <a:endParaRPr lang="zh-CN" altLang="zh-CN" dirty="0" smtClean="0"/>
          </a:p>
          <a:p>
            <a:endParaRPr lang="zh-CN" altLang="en-US" dirty="0"/>
          </a:p>
        </p:txBody>
      </p:sp>
      <p:pic>
        <p:nvPicPr>
          <p:cNvPr id="4" name="图片 3"/>
          <p:cNvPicPr/>
          <p:nvPr/>
        </p:nvPicPr>
        <p:blipFill>
          <a:blip r:embed="rId1"/>
          <a:stretch>
            <a:fillRect/>
          </a:stretch>
        </p:blipFill>
        <p:spPr>
          <a:xfrm>
            <a:off x="4707957" y="1284781"/>
            <a:ext cx="5619750" cy="4642775"/>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en-US" altLang="zh-CN" dirty="0" smtClean="0"/>
              <a:t>4.1.2 VRRP</a:t>
            </a:r>
            <a:r>
              <a:rPr lang="zh-CN" altLang="en-US" dirty="0" smtClean="0"/>
              <a:t>工作原理</a:t>
            </a:r>
            <a:endParaRPr lang="zh-CN" altLang="en-US" dirty="0"/>
          </a:p>
        </p:txBody>
      </p:sp>
      <p:sp>
        <p:nvSpPr>
          <p:cNvPr id="3" name="文本占位符 2"/>
          <p:cNvSpPr>
            <a:spLocks noGrp="1"/>
          </p:cNvSpPr>
          <p:nvPr>
            <p:ph type="body" sz="quarter" idx="10"/>
          </p:nvPr>
        </p:nvSpPr>
        <p:spPr/>
        <p:txBody>
          <a:bodyPr/>
          <a:lstStyle/>
          <a:p>
            <a:r>
              <a:rPr lang="en-US" altLang="zh-CN" dirty="0" smtClean="0"/>
              <a:t>VRRP</a:t>
            </a:r>
            <a:r>
              <a:rPr lang="zh-CN" altLang="zh-CN" dirty="0" smtClean="0"/>
              <a:t>封装格式</a:t>
            </a:r>
            <a:endParaRPr lang="en-US" altLang="zh-CN" dirty="0" smtClean="0"/>
          </a:p>
          <a:p>
            <a:pPr lvl="1"/>
            <a:r>
              <a:rPr lang="zh-CN" altLang="zh-CN" dirty="0" smtClean="0"/>
              <a:t>虚拟路由器</a:t>
            </a:r>
            <a:r>
              <a:rPr lang="en-US" altLang="zh-CN" dirty="0" smtClean="0"/>
              <a:t>ID</a:t>
            </a:r>
            <a:r>
              <a:rPr lang="zh-CN" altLang="en-US" dirty="0" smtClean="0"/>
              <a:t>、</a:t>
            </a:r>
            <a:r>
              <a:rPr lang="zh-CN" altLang="zh-CN" dirty="0" smtClean="0"/>
              <a:t>优先级</a:t>
            </a:r>
            <a:endParaRPr lang="en-US" altLang="zh-CN" dirty="0" smtClean="0"/>
          </a:p>
          <a:p>
            <a:pPr lvl="1"/>
            <a:r>
              <a:rPr lang="zh-CN" altLang="zh-CN" dirty="0" smtClean="0"/>
              <a:t>类型</a:t>
            </a:r>
            <a:r>
              <a:rPr lang="zh-CN" altLang="en-US" dirty="0" smtClean="0"/>
              <a:t>、</a:t>
            </a:r>
            <a:r>
              <a:rPr lang="en-US" altLang="zh-CN" dirty="0" smtClean="0"/>
              <a:t>IP</a:t>
            </a:r>
            <a:r>
              <a:rPr lang="zh-CN" altLang="zh-CN" dirty="0" smtClean="0"/>
              <a:t>地址数</a:t>
            </a:r>
            <a:endParaRPr lang="en-US" altLang="zh-CN" dirty="0" smtClean="0"/>
          </a:p>
          <a:p>
            <a:pPr lvl="1"/>
            <a:r>
              <a:rPr lang="zh-CN" altLang="zh-CN" dirty="0" smtClean="0"/>
              <a:t>认证类型</a:t>
            </a:r>
            <a:r>
              <a:rPr lang="zh-CN" altLang="en-US" dirty="0" smtClean="0"/>
              <a:t>、</a:t>
            </a:r>
            <a:r>
              <a:rPr lang="zh-CN" altLang="zh-CN" dirty="0" smtClean="0"/>
              <a:t>通告时间间隔</a:t>
            </a:r>
            <a:endParaRPr lang="en-US" altLang="zh-CN" dirty="0" smtClean="0"/>
          </a:p>
          <a:p>
            <a:pPr lvl="1"/>
            <a:r>
              <a:rPr lang="zh-CN" altLang="zh-CN" dirty="0" smtClean="0"/>
              <a:t>校验和</a:t>
            </a:r>
            <a:r>
              <a:rPr lang="zh-CN" altLang="en-US" dirty="0" smtClean="0"/>
              <a:t>、</a:t>
            </a:r>
            <a:r>
              <a:rPr lang="en-US" altLang="zh-CN" dirty="0" smtClean="0"/>
              <a:t>IP</a:t>
            </a:r>
            <a:r>
              <a:rPr lang="zh-CN" altLang="zh-CN" dirty="0" smtClean="0"/>
              <a:t>地址</a:t>
            </a:r>
            <a:endParaRPr lang="en-US" altLang="zh-CN" dirty="0" smtClean="0"/>
          </a:p>
          <a:p>
            <a:pPr lvl="1"/>
            <a:r>
              <a:rPr lang="zh-CN" altLang="zh-CN" dirty="0" smtClean="0"/>
              <a:t>认证数据</a:t>
            </a:r>
            <a:endParaRPr lang="zh-CN" altLang="en-US" dirty="0"/>
          </a:p>
        </p:txBody>
      </p:sp>
      <p:pic>
        <p:nvPicPr>
          <p:cNvPr id="32" name="图片 31"/>
          <p:cNvPicPr/>
          <p:nvPr/>
        </p:nvPicPr>
        <p:blipFill>
          <a:blip r:embed="rId1"/>
          <a:stretch>
            <a:fillRect/>
          </a:stretch>
        </p:blipFill>
        <p:spPr>
          <a:xfrm>
            <a:off x="6096000" y="1387781"/>
            <a:ext cx="5181918" cy="3388995"/>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4.1.2 VRRP</a:t>
            </a:r>
            <a:r>
              <a:rPr lang="zh-CN" altLang="en-US" dirty="0" smtClean="0"/>
              <a:t>工作原理</a:t>
            </a:r>
            <a:endParaRPr lang="zh-CN" altLang="en-US" dirty="0"/>
          </a:p>
        </p:txBody>
      </p:sp>
      <p:sp>
        <p:nvSpPr>
          <p:cNvPr id="3" name="文本占位符 2"/>
          <p:cNvSpPr>
            <a:spLocks noGrp="1"/>
          </p:cNvSpPr>
          <p:nvPr>
            <p:ph type="body" sz="quarter" idx="10"/>
          </p:nvPr>
        </p:nvSpPr>
        <p:spPr/>
        <p:txBody>
          <a:bodyPr/>
          <a:lstStyle/>
          <a:p>
            <a:r>
              <a:rPr lang="en-US" altLang="zh-CN" dirty="0" smtClean="0"/>
              <a:t>VRRP</a:t>
            </a:r>
            <a:r>
              <a:rPr lang="zh-CN" altLang="en-US" dirty="0" smtClean="0"/>
              <a:t>工作过程</a:t>
            </a:r>
            <a:endParaRPr lang="en-US" altLang="zh-CN" dirty="0" smtClean="0"/>
          </a:p>
          <a:p>
            <a:pPr marL="403225" lvl="1" indent="0">
              <a:buNone/>
            </a:pPr>
            <a:r>
              <a:rPr lang="en-US" altLang="zh-CN" dirty="0" smtClean="0"/>
              <a:t>(1) VRRP</a:t>
            </a:r>
            <a:r>
              <a:rPr lang="zh-CN" altLang="zh-CN" dirty="0" smtClean="0"/>
              <a:t>组选举出主用路由器</a:t>
            </a:r>
            <a:r>
              <a:rPr lang="zh-CN" altLang="en-US" dirty="0" smtClean="0"/>
              <a:t>（</a:t>
            </a:r>
            <a:r>
              <a:rPr lang="en-US" altLang="zh-CN" dirty="0" smtClean="0"/>
              <a:t>master</a:t>
            </a:r>
            <a:r>
              <a:rPr lang="zh-CN" altLang="en-US" dirty="0" smtClean="0"/>
              <a:t>）</a:t>
            </a:r>
            <a:endParaRPr lang="en-US" altLang="zh-CN" dirty="0" smtClean="0"/>
          </a:p>
          <a:p>
            <a:pPr marL="802640" lvl="2" indent="0">
              <a:buNone/>
            </a:pPr>
            <a:r>
              <a:rPr lang="zh-CN" altLang="zh-CN" dirty="0" smtClean="0"/>
              <a:t>①</a:t>
            </a:r>
            <a:r>
              <a:rPr lang="zh-CN" altLang="en-US" dirty="0" smtClean="0"/>
              <a:t>对比优先级</a:t>
            </a:r>
            <a:endParaRPr lang="en-US" altLang="zh-CN" dirty="0" smtClean="0"/>
          </a:p>
          <a:p>
            <a:pPr marL="802640" lvl="2" indent="0">
              <a:buNone/>
            </a:pPr>
            <a:r>
              <a:rPr lang="zh-CN" altLang="en-US" dirty="0" smtClean="0"/>
              <a:t>优先级最高的成为主用路由器。</a:t>
            </a:r>
            <a:endParaRPr lang="en-US" altLang="zh-CN" dirty="0" smtClean="0"/>
          </a:p>
          <a:p>
            <a:pPr marL="802640" lvl="2" indent="0">
              <a:buNone/>
            </a:pPr>
            <a:r>
              <a:rPr lang="en-US" altLang="zh-CN" dirty="0" smtClean="0"/>
              <a:t>②</a:t>
            </a:r>
            <a:r>
              <a:rPr lang="zh-CN" altLang="en-US" dirty="0" smtClean="0"/>
              <a:t>对比接口</a:t>
            </a:r>
            <a:r>
              <a:rPr lang="en-US" altLang="zh-CN" dirty="0" smtClean="0"/>
              <a:t>IP</a:t>
            </a:r>
            <a:r>
              <a:rPr lang="zh-CN" altLang="en-US" dirty="0" smtClean="0"/>
              <a:t>地址</a:t>
            </a:r>
            <a:endParaRPr lang="en-US" altLang="zh-CN" dirty="0" smtClean="0"/>
          </a:p>
          <a:p>
            <a:pPr marL="802640" lvl="2" indent="0">
              <a:buNone/>
            </a:pPr>
            <a:r>
              <a:rPr lang="zh-CN" altLang="en-US" dirty="0" smtClean="0"/>
              <a:t>如果优先级相同，接口</a:t>
            </a:r>
            <a:r>
              <a:rPr lang="en-US" altLang="zh-CN" dirty="0" smtClean="0"/>
              <a:t>IP</a:t>
            </a:r>
            <a:r>
              <a:rPr lang="zh-CN" altLang="en-US" dirty="0" smtClean="0"/>
              <a:t>地址最高</a:t>
            </a:r>
            <a:br>
              <a:rPr lang="en-US" altLang="zh-CN" dirty="0" smtClean="0"/>
            </a:br>
            <a:r>
              <a:rPr lang="zh-CN" altLang="en-US" dirty="0" smtClean="0"/>
              <a:t>的成为主用路由器。</a:t>
            </a:r>
            <a:endParaRPr lang="en-US" altLang="zh-CN" dirty="0" smtClean="0"/>
          </a:p>
        </p:txBody>
      </p:sp>
      <p:pic>
        <p:nvPicPr>
          <p:cNvPr id="5" name="图片 4"/>
          <p:cNvPicPr>
            <a:picLocks noChangeAspect="1"/>
          </p:cNvPicPr>
          <p:nvPr/>
        </p:nvPicPr>
        <p:blipFill>
          <a:blip r:embed="rId1"/>
          <a:stretch>
            <a:fillRect/>
          </a:stretch>
        </p:blipFill>
        <p:spPr>
          <a:xfrm>
            <a:off x="5711728" y="2790498"/>
            <a:ext cx="6341788" cy="3382378"/>
          </a:xfrm>
          <a:prstGeom prst="rect">
            <a:avLst/>
          </a:prstGeom>
        </p:spPr>
      </p:pic>
      <p:sp>
        <p:nvSpPr>
          <p:cNvPr id="7" name="AutoShape 66"/>
          <p:cNvSpPr>
            <a:spLocks noChangeArrowheads="1"/>
          </p:cNvSpPr>
          <p:nvPr/>
        </p:nvSpPr>
        <p:spPr bwMode="auto">
          <a:xfrm>
            <a:off x="5317059" y="5313147"/>
            <a:ext cx="2124000" cy="1080000"/>
          </a:xfrm>
          <a:prstGeom prst="wedgeRoundRectCallout">
            <a:avLst>
              <a:gd name="adj1" fmla="val 55933"/>
              <a:gd name="adj2" fmla="val -50847"/>
              <a:gd name="adj3" fmla="val 16667"/>
            </a:avLst>
          </a:prstGeom>
          <a:gradFill rotWithShape="1">
            <a:gsLst>
              <a:gs pos="0">
                <a:srgbClr val="FFFF99"/>
              </a:gs>
              <a:gs pos="100000">
                <a:schemeClr val="bg1"/>
              </a:gs>
            </a:gsLst>
            <a:lin ang="5400000" scaled="1"/>
          </a:gradFill>
          <a:ln w="9525" algn="ctr">
            <a:solidFill>
              <a:srgbClr val="FFC000"/>
            </a:solidFill>
            <a:round/>
          </a:ln>
        </p:spPr>
        <p:txBody>
          <a:bodyPr lIns="36000" rIns="36000" anchor="ctr" anchorCtr="1"/>
          <a:lstStyle/>
          <a:p>
            <a:pPr eaLnBrk="0" hangingPunct="0"/>
            <a:r>
              <a:rPr lang="en-US" altLang="zh-CN" sz="1400" dirty="0">
                <a:latin typeface="Arial" panose="020B0604020202020204" pitchFamily="34" charset="0"/>
                <a:ea typeface="黑体" panose="02010609060101010101" charset="-122"/>
              </a:rPr>
              <a:t>IP</a:t>
            </a:r>
            <a:r>
              <a:rPr lang="zh-CN" altLang="en-US" sz="1400" dirty="0">
                <a:latin typeface="Arial" panose="020B0604020202020204" pitchFamily="34" charset="0"/>
                <a:ea typeface="黑体" panose="02010609060101010101" charset="-122"/>
              </a:rPr>
              <a:t>头部</a:t>
            </a:r>
            <a:endParaRPr lang="zh-CN" altLang="en-US" sz="1400" dirty="0">
              <a:latin typeface="Arial" panose="020B0604020202020204" pitchFamily="34" charset="0"/>
              <a:ea typeface="黑体" panose="02010609060101010101" charset="-122"/>
            </a:endParaRPr>
          </a:p>
          <a:p>
            <a:pPr eaLnBrk="0" hangingPunct="0"/>
            <a:r>
              <a:rPr lang="zh-CN" altLang="en-US" sz="1400" dirty="0">
                <a:latin typeface="Arial" panose="020B0604020202020204" pitchFamily="34" charset="0"/>
                <a:ea typeface="黑体" panose="02010609060101010101" charset="-122"/>
              </a:rPr>
              <a:t>目的</a:t>
            </a:r>
            <a:r>
              <a:rPr lang="en-US" altLang="zh-CN" sz="1400" dirty="0">
                <a:latin typeface="Arial" panose="020B0604020202020204" pitchFamily="34" charset="0"/>
                <a:ea typeface="黑体" panose="02010609060101010101" charset="-122"/>
              </a:rPr>
              <a:t>IP</a:t>
            </a:r>
            <a:r>
              <a:rPr lang="zh-CN" altLang="en-US" sz="1400" dirty="0">
                <a:latin typeface="Arial" panose="020B0604020202020204" pitchFamily="34" charset="0"/>
                <a:ea typeface="黑体" panose="02010609060101010101" charset="-122"/>
              </a:rPr>
              <a:t>地址：</a:t>
            </a:r>
            <a:r>
              <a:rPr lang="en-US" altLang="zh-CN" sz="1400" dirty="0">
                <a:latin typeface="Arial" panose="020B0604020202020204" pitchFamily="34" charset="0"/>
                <a:ea typeface="黑体" panose="02010609060101010101" charset="-122"/>
              </a:rPr>
              <a:t>224.0.0.18</a:t>
            </a:r>
            <a:endParaRPr lang="zh-CN" altLang="en-US" sz="1400" dirty="0">
              <a:latin typeface="Arial" panose="020B0604020202020204" pitchFamily="34" charset="0"/>
              <a:ea typeface="黑体" panose="02010609060101010101" charset="-122"/>
            </a:endParaRPr>
          </a:p>
          <a:p>
            <a:pPr eaLnBrk="0" hangingPunct="0"/>
            <a:r>
              <a:rPr lang="en-US" altLang="zh-CN" sz="1400" dirty="0">
                <a:latin typeface="Arial" panose="020B0604020202020204" pitchFamily="34" charset="0"/>
                <a:ea typeface="黑体" panose="02010609060101010101" charset="-122"/>
              </a:rPr>
              <a:t>VRRP</a:t>
            </a:r>
            <a:r>
              <a:rPr lang="zh-CN" altLang="en-US" sz="1400" dirty="0">
                <a:latin typeface="Arial" panose="020B0604020202020204" pitchFamily="34" charset="0"/>
                <a:ea typeface="黑体" panose="02010609060101010101" charset="-122"/>
              </a:rPr>
              <a:t>头部</a:t>
            </a:r>
            <a:endParaRPr lang="zh-CN" altLang="en-US" sz="1400" dirty="0">
              <a:latin typeface="Arial" panose="020B0604020202020204" pitchFamily="34" charset="0"/>
              <a:ea typeface="黑体" panose="02010609060101010101" charset="-122"/>
            </a:endParaRPr>
          </a:p>
          <a:p>
            <a:pPr eaLnBrk="0" hangingPunct="0"/>
            <a:r>
              <a:rPr lang="en-US" altLang="zh-CN" sz="1400" dirty="0">
                <a:latin typeface="Arial" panose="020B0604020202020204" pitchFamily="34" charset="0"/>
                <a:ea typeface="黑体" panose="02010609060101010101" charset="-122"/>
              </a:rPr>
              <a:t>VRRP</a:t>
            </a:r>
            <a:r>
              <a:rPr lang="zh-CN" altLang="en-US" sz="1400" dirty="0">
                <a:latin typeface="Arial" panose="020B0604020202020204" pitchFamily="34" charset="0"/>
                <a:ea typeface="黑体" panose="02010609060101010101" charset="-122"/>
              </a:rPr>
              <a:t>组：</a:t>
            </a:r>
            <a:r>
              <a:rPr lang="en-US" altLang="zh-CN" sz="1400" dirty="0">
                <a:latin typeface="Arial" panose="020B0604020202020204" pitchFamily="34" charset="0"/>
                <a:ea typeface="黑体" panose="02010609060101010101" charset="-122"/>
              </a:rPr>
              <a:t>10</a:t>
            </a:r>
            <a:endParaRPr lang="zh-CN" altLang="en-US" sz="1400" dirty="0">
              <a:latin typeface="Arial" panose="020B0604020202020204" pitchFamily="34" charset="0"/>
              <a:ea typeface="黑体" panose="02010609060101010101" charset="-122"/>
            </a:endParaRPr>
          </a:p>
          <a:p>
            <a:pPr eaLnBrk="0" hangingPunct="0"/>
            <a:r>
              <a:rPr lang="zh-CN" altLang="en-US" sz="1400" dirty="0">
                <a:latin typeface="Arial" panose="020B0604020202020204" pitchFamily="34" charset="0"/>
                <a:ea typeface="黑体" panose="02010609060101010101" charset="-122"/>
              </a:rPr>
              <a:t>优先级：</a:t>
            </a:r>
            <a:r>
              <a:rPr lang="en-US" altLang="zh-CN" sz="1400" dirty="0">
                <a:latin typeface="Arial" panose="020B0604020202020204" pitchFamily="34" charset="0"/>
                <a:ea typeface="黑体" panose="02010609060101010101" charset="-122"/>
              </a:rPr>
              <a:t>255</a:t>
            </a:r>
            <a:endParaRPr lang="en-US" altLang="zh-CN" sz="1400" dirty="0">
              <a:latin typeface="Arial" panose="020B0604020202020204" pitchFamily="34" charset="0"/>
              <a:ea typeface="黑体" panose="02010609060101010101" charset="-122"/>
            </a:endParaRPr>
          </a:p>
        </p:txBody>
      </p:sp>
      <p:sp>
        <p:nvSpPr>
          <p:cNvPr id="8" name="AutoShape 66"/>
          <p:cNvSpPr>
            <a:spLocks noChangeArrowheads="1"/>
          </p:cNvSpPr>
          <p:nvPr/>
        </p:nvSpPr>
        <p:spPr bwMode="auto">
          <a:xfrm>
            <a:off x="5317060" y="2212420"/>
            <a:ext cx="2232000" cy="612000"/>
          </a:xfrm>
          <a:prstGeom prst="wedgeRoundRectCallout">
            <a:avLst>
              <a:gd name="adj1" fmla="val 51100"/>
              <a:gd name="adj2" fmla="val 98250"/>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r>
              <a:rPr lang="zh-CN" altLang="en-US" sz="1400" dirty="0"/>
              <a:t>各位，请问我们</a:t>
            </a:r>
            <a:r>
              <a:rPr lang="en-US" altLang="zh-CN" sz="1400" dirty="0"/>
              <a:t>VRRP</a:t>
            </a:r>
            <a:r>
              <a:rPr lang="zh-CN" altLang="en-US" sz="1400" dirty="0"/>
              <a:t>组由谁来做主用路由器啊？</a:t>
            </a:r>
            <a:endParaRPr lang="en-US" altLang="zh-CN" sz="1400" dirty="0"/>
          </a:p>
        </p:txBody>
      </p:sp>
      <p:sp>
        <p:nvSpPr>
          <p:cNvPr id="9" name="AutoShape 66"/>
          <p:cNvSpPr>
            <a:spLocks noChangeArrowheads="1"/>
          </p:cNvSpPr>
          <p:nvPr/>
        </p:nvSpPr>
        <p:spPr bwMode="auto">
          <a:xfrm>
            <a:off x="7822107" y="2212420"/>
            <a:ext cx="1800000" cy="612000"/>
          </a:xfrm>
          <a:prstGeom prst="wedgeRoundRectCallout">
            <a:avLst>
              <a:gd name="adj1" fmla="val 4504"/>
              <a:gd name="adj2" fmla="val 96846"/>
              <a:gd name="adj3" fmla="val 16667"/>
            </a:avLst>
          </a:prstGeom>
          <a:gradFill rotWithShape="1">
            <a:gsLst>
              <a:gs pos="0">
                <a:srgbClr val="FFFF99"/>
              </a:gs>
              <a:gs pos="100000">
                <a:schemeClr val="bg1"/>
              </a:gs>
            </a:gsLst>
            <a:lin ang="5400000" scaled="1"/>
          </a:gradFill>
          <a:ln w="9525" algn="ctr">
            <a:solidFill>
              <a:srgbClr val="FFC000"/>
            </a:solidFill>
            <a:round/>
          </a:ln>
        </p:spPr>
        <p:txBody>
          <a:bodyPr lIns="36000" rIns="36000"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r>
              <a:rPr lang="zh-CN" altLang="en-US" sz="1400" dirty="0"/>
              <a:t>你是</a:t>
            </a:r>
            <a:r>
              <a:rPr lang="en-US" altLang="zh-CN" sz="1400" dirty="0"/>
              <a:t>IP</a:t>
            </a:r>
            <a:r>
              <a:rPr lang="zh-CN" altLang="en-US" sz="1400" dirty="0"/>
              <a:t>地址的</a:t>
            </a:r>
            <a:r>
              <a:rPr lang="zh-CN" altLang="en-US" sz="1400" dirty="0" smtClean="0"/>
              <a:t>拥有者</a:t>
            </a:r>
            <a:r>
              <a:rPr lang="zh-CN" altLang="en-US" sz="1400" dirty="0"/>
              <a:t>，</a:t>
            </a:r>
            <a:r>
              <a:rPr lang="zh-CN" altLang="en-US" sz="1400" dirty="0" smtClean="0"/>
              <a:t>你</a:t>
            </a:r>
            <a:r>
              <a:rPr lang="zh-CN" altLang="en-US" sz="1400" dirty="0"/>
              <a:t>说什么都对。</a:t>
            </a:r>
            <a:endParaRPr lang="en-US" altLang="zh-CN" sz="1400" dirty="0"/>
          </a:p>
        </p:txBody>
      </p:sp>
      <p:sp>
        <p:nvSpPr>
          <p:cNvPr id="10" name="AutoShape 66"/>
          <p:cNvSpPr>
            <a:spLocks noChangeArrowheads="1"/>
          </p:cNvSpPr>
          <p:nvPr/>
        </p:nvSpPr>
        <p:spPr bwMode="auto">
          <a:xfrm>
            <a:off x="9895155" y="2212420"/>
            <a:ext cx="1584000" cy="612000"/>
          </a:xfrm>
          <a:prstGeom prst="wedgeRoundRectCallout">
            <a:avLst>
              <a:gd name="adj1" fmla="val -39460"/>
              <a:gd name="adj2" fmla="val 96143"/>
              <a:gd name="adj3" fmla="val 16667"/>
            </a:avLst>
          </a:prstGeom>
          <a:gradFill rotWithShape="1">
            <a:gsLst>
              <a:gs pos="0">
                <a:srgbClr val="FFFF99"/>
              </a:gs>
              <a:gs pos="100000">
                <a:schemeClr val="bg1"/>
              </a:gs>
            </a:gsLst>
            <a:lin ang="5400000" scaled="1"/>
          </a:gradFill>
          <a:ln w="9525" algn="ctr">
            <a:solidFill>
              <a:srgbClr val="FFC000"/>
            </a:solidFill>
            <a:round/>
          </a:ln>
        </p:spPr>
        <p:txBody>
          <a:bodyPr lIns="36000" rIns="36000" anchor="ctr" anchorCtr="1"/>
          <a:lstStyle/>
          <a:p>
            <a:pPr eaLnBrk="0" hangingPunct="0"/>
            <a:r>
              <a:rPr lang="zh-CN" altLang="en-US" sz="1400" dirty="0">
                <a:latin typeface="Arial" panose="020B0604020202020204" pitchFamily="34" charset="0"/>
                <a:ea typeface="黑体" panose="02010609060101010101" charset="-122"/>
              </a:rPr>
              <a:t>你的优先级都</a:t>
            </a:r>
            <a:r>
              <a:rPr lang="en-US" altLang="zh-CN" sz="1400" dirty="0">
                <a:latin typeface="Arial" panose="020B0604020202020204" pitchFamily="34" charset="0"/>
                <a:ea typeface="黑体" panose="02010609060101010101" charset="-122"/>
              </a:rPr>
              <a:t>255</a:t>
            </a:r>
            <a:r>
              <a:rPr lang="zh-CN" altLang="en-US" sz="1400" dirty="0">
                <a:latin typeface="Arial" panose="020B0604020202020204" pitchFamily="34" charset="0"/>
                <a:ea typeface="黑体" panose="02010609060101010101" charset="-122"/>
              </a:rPr>
              <a:t>了，还选啥啊？</a:t>
            </a:r>
            <a:endParaRPr lang="en-US" altLang="zh-CN" sz="1400" dirty="0">
              <a:latin typeface="Arial" panose="020B0604020202020204" pitchFamily="34" charset="0"/>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p:cNvPicPr/>
          <p:nvPr/>
        </p:nvPicPr>
        <p:blipFill>
          <a:blip r:embed="rId1"/>
          <a:stretch>
            <a:fillRect/>
          </a:stretch>
        </p:blipFill>
        <p:spPr>
          <a:xfrm>
            <a:off x="5863047" y="1243113"/>
            <a:ext cx="5947153" cy="4680000"/>
          </a:xfrm>
          <a:prstGeom prst="rect">
            <a:avLst/>
          </a:prstGeom>
          <a:noFill/>
          <a:ln>
            <a:noFill/>
          </a:ln>
        </p:spPr>
      </p:pic>
      <p:sp>
        <p:nvSpPr>
          <p:cNvPr id="2" name="标题 1"/>
          <p:cNvSpPr>
            <a:spLocks noGrp="1"/>
          </p:cNvSpPr>
          <p:nvPr>
            <p:ph type="title"/>
          </p:nvPr>
        </p:nvSpPr>
        <p:spPr/>
        <p:txBody>
          <a:bodyPr/>
          <a:lstStyle/>
          <a:p>
            <a:r>
              <a:rPr lang="en-US" altLang="zh-CN" dirty="0" smtClean="0"/>
              <a:t>4.1.2 VRRP</a:t>
            </a:r>
            <a:r>
              <a:rPr lang="zh-CN" altLang="en-US" dirty="0" smtClean="0"/>
              <a:t>工作原理</a:t>
            </a:r>
            <a:endParaRPr lang="zh-CN" altLang="en-US" dirty="0"/>
          </a:p>
        </p:txBody>
      </p:sp>
      <p:sp>
        <p:nvSpPr>
          <p:cNvPr id="3" name="文本占位符 2"/>
          <p:cNvSpPr>
            <a:spLocks noGrp="1"/>
          </p:cNvSpPr>
          <p:nvPr>
            <p:ph type="body" sz="quarter" idx="10"/>
          </p:nvPr>
        </p:nvSpPr>
        <p:spPr/>
        <p:txBody>
          <a:bodyPr/>
          <a:lstStyle/>
          <a:p>
            <a:pPr marL="403225" lvl="1" indent="0">
              <a:buNone/>
            </a:pPr>
            <a:r>
              <a:rPr lang="en-US" altLang="zh-CN" dirty="0" smtClean="0"/>
              <a:t>(2) </a:t>
            </a:r>
            <a:r>
              <a:rPr lang="zh-CN" altLang="en-US" dirty="0" smtClean="0"/>
              <a:t>主用路由器发送</a:t>
            </a:r>
            <a:r>
              <a:rPr lang="en-US" altLang="zh-CN" dirty="0" smtClean="0"/>
              <a:t>ARP</a:t>
            </a:r>
            <a:r>
              <a:rPr lang="zh-CN" altLang="en-US" dirty="0" smtClean="0"/>
              <a:t>通告和</a:t>
            </a:r>
            <a:r>
              <a:rPr lang="en-US" altLang="zh-CN" dirty="0" smtClean="0"/>
              <a:t>VRRP</a:t>
            </a:r>
            <a:r>
              <a:rPr lang="zh-CN" altLang="en-US" dirty="0" smtClean="0"/>
              <a:t>通告</a:t>
            </a:r>
            <a:endParaRPr lang="en-US" altLang="zh-CN" dirty="0" smtClean="0"/>
          </a:p>
          <a:p>
            <a:pPr marL="802640" lvl="2" indent="0">
              <a:buNone/>
            </a:pPr>
            <a:r>
              <a:rPr lang="zh-CN" altLang="zh-CN" dirty="0" smtClean="0"/>
              <a:t>①</a:t>
            </a:r>
            <a:r>
              <a:rPr lang="en-US" altLang="zh-CN" dirty="0" smtClean="0"/>
              <a:t> </a:t>
            </a:r>
            <a:r>
              <a:rPr lang="zh-CN" altLang="en-US" dirty="0" smtClean="0"/>
              <a:t>用</a:t>
            </a:r>
            <a:r>
              <a:rPr lang="en-US" altLang="zh-CN" dirty="0" smtClean="0"/>
              <a:t>ARP</a:t>
            </a:r>
            <a:r>
              <a:rPr lang="zh-CN" altLang="en-US" dirty="0" smtClean="0"/>
              <a:t>消息通告虚拟</a:t>
            </a:r>
            <a:r>
              <a:rPr lang="en-US" altLang="zh-CN" dirty="0" smtClean="0"/>
              <a:t>IP</a:t>
            </a:r>
            <a:r>
              <a:rPr lang="zh-CN" altLang="en-US" dirty="0" smtClean="0"/>
              <a:t>地址和</a:t>
            </a:r>
            <a:r>
              <a:rPr lang="en-US" altLang="zh-CN" dirty="0" smtClean="0"/>
              <a:t>MAC</a:t>
            </a:r>
            <a:r>
              <a:rPr lang="zh-CN" altLang="en-US" dirty="0" smtClean="0"/>
              <a:t>地址</a:t>
            </a:r>
            <a:endParaRPr lang="en-US" altLang="zh-CN" dirty="0" smtClean="0"/>
          </a:p>
          <a:p>
            <a:pPr marL="802640" lvl="2" indent="0">
              <a:buNone/>
            </a:pPr>
            <a:r>
              <a:rPr lang="en-US" altLang="zh-CN" dirty="0" smtClean="0"/>
              <a:t>② </a:t>
            </a:r>
            <a:r>
              <a:rPr lang="zh-CN" altLang="en-US" dirty="0" smtClean="0"/>
              <a:t>用</a:t>
            </a:r>
            <a:r>
              <a:rPr lang="en-US" altLang="zh-CN" dirty="0" smtClean="0"/>
              <a:t>VRRP</a:t>
            </a:r>
            <a:r>
              <a:rPr lang="zh-CN" altLang="en-US" dirty="0" smtClean="0"/>
              <a:t>消息通告</a:t>
            </a:r>
            <a:r>
              <a:rPr lang="en-US" altLang="zh-CN" dirty="0" smtClean="0"/>
              <a:t>VRRP</a:t>
            </a:r>
            <a:r>
              <a:rPr lang="zh-CN" altLang="en-US" dirty="0" smtClean="0"/>
              <a:t>头部</a:t>
            </a:r>
            <a:r>
              <a:rPr lang="en-US" altLang="zh-CN" dirty="0" smtClean="0"/>
              <a:t>\</a:t>
            </a:r>
            <a:r>
              <a:rPr lang="zh-CN" altLang="en-US" dirty="0" smtClean="0"/>
              <a:t>组号</a:t>
            </a:r>
            <a:r>
              <a:rPr lang="en-US" altLang="zh-CN" dirty="0" smtClean="0"/>
              <a:t>\</a:t>
            </a:r>
            <a:r>
              <a:rPr lang="zh-CN" altLang="en-US" dirty="0" smtClean="0"/>
              <a:t>优先级等</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4.1.2 VRRP</a:t>
            </a:r>
            <a:r>
              <a:rPr lang="zh-CN" altLang="en-US" dirty="0" smtClean="0"/>
              <a:t>工作原理</a:t>
            </a:r>
            <a:endParaRPr lang="zh-CN" altLang="en-US" dirty="0"/>
          </a:p>
        </p:txBody>
      </p:sp>
      <p:sp>
        <p:nvSpPr>
          <p:cNvPr id="3" name="文本占位符 2"/>
          <p:cNvSpPr>
            <a:spLocks noGrp="1"/>
          </p:cNvSpPr>
          <p:nvPr>
            <p:ph type="body" sz="quarter" idx="10"/>
          </p:nvPr>
        </p:nvSpPr>
        <p:spPr/>
        <p:txBody>
          <a:bodyPr/>
          <a:lstStyle/>
          <a:p>
            <a:pPr marL="403225" lvl="1" indent="0">
              <a:buNone/>
            </a:pPr>
            <a:r>
              <a:rPr lang="en-US" altLang="zh-CN" dirty="0" smtClean="0"/>
              <a:t>(3) VRRP</a:t>
            </a:r>
            <a:r>
              <a:rPr lang="zh-CN" altLang="zh-CN" dirty="0" smtClean="0"/>
              <a:t>主用路由器负责转发往返于</a:t>
            </a:r>
            <a:r>
              <a:rPr lang="zh-CN" altLang="en-US" dirty="0"/>
              <a:t>内</a:t>
            </a:r>
            <a:r>
              <a:rPr lang="zh-CN" altLang="zh-CN" dirty="0" smtClean="0"/>
              <a:t>外部网络的流量</a:t>
            </a:r>
            <a:r>
              <a:rPr lang="zh-CN" altLang="en-US" dirty="0" smtClean="0"/>
              <a:t>。</a:t>
            </a:r>
            <a:endParaRPr lang="en-US" altLang="zh-CN" dirty="0" smtClean="0"/>
          </a:p>
          <a:p>
            <a:endParaRPr lang="zh-CN" altLang="en-US" dirty="0"/>
          </a:p>
        </p:txBody>
      </p:sp>
      <p:grpSp>
        <p:nvGrpSpPr>
          <p:cNvPr id="71" name="组合 70"/>
          <p:cNvGrpSpPr/>
          <p:nvPr/>
        </p:nvGrpSpPr>
        <p:grpSpPr>
          <a:xfrm>
            <a:off x="1760414" y="1980065"/>
            <a:ext cx="7717458" cy="4340975"/>
            <a:chOff x="4448464" y="1978908"/>
            <a:chExt cx="7717458" cy="4340975"/>
          </a:xfrm>
        </p:grpSpPr>
        <p:pic>
          <p:nvPicPr>
            <p:cNvPr id="47" name="图片 46"/>
            <p:cNvPicPr>
              <a:picLocks noChangeAspect="1"/>
            </p:cNvPicPr>
            <p:nvPr/>
          </p:nvPicPr>
          <p:blipFill>
            <a:blip r:embed="rId1">
              <a:clrChange>
                <a:clrFrom>
                  <a:srgbClr val="5193C4">
                    <a:alpha val="100000"/>
                  </a:srgbClr>
                </a:clrFrom>
                <a:clrTo>
                  <a:srgbClr val="5193C4">
                    <a:alpha val="100000"/>
                    <a:alpha val="0"/>
                  </a:srgbClr>
                </a:clrTo>
              </a:clrChange>
              <a:grayscl/>
              <a:lum bright="70000" contrast="-70000"/>
            </a:blip>
            <a:stretch>
              <a:fillRect/>
            </a:stretch>
          </p:blipFill>
          <p:spPr>
            <a:xfrm>
              <a:off x="7768946" y="3229472"/>
              <a:ext cx="677103" cy="550029"/>
            </a:xfrm>
            <a:prstGeom prst="rect">
              <a:avLst/>
            </a:prstGeom>
          </p:spPr>
        </p:pic>
        <p:cxnSp>
          <p:nvCxnSpPr>
            <p:cNvPr id="48" name="直接连接符 47"/>
            <p:cNvCxnSpPr>
              <a:stCxn id="59" idx="0"/>
              <a:endCxn id="60" idx="2"/>
            </p:cNvCxnSpPr>
            <p:nvPr/>
          </p:nvCxnSpPr>
          <p:spPr>
            <a:xfrm flipV="1">
              <a:off x="8010219" y="5478287"/>
              <a:ext cx="468" cy="4275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62" idx="0"/>
            </p:cNvCxnSpPr>
            <p:nvPr/>
          </p:nvCxnSpPr>
          <p:spPr>
            <a:xfrm flipH="1" flipV="1">
              <a:off x="6582421" y="2475778"/>
              <a:ext cx="4053" cy="753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endCxn id="61" idx="0"/>
            </p:cNvCxnSpPr>
            <p:nvPr/>
          </p:nvCxnSpPr>
          <p:spPr>
            <a:xfrm>
              <a:off x="9654503" y="2535814"/>
              <a:ext cx="0" cy="7167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259602" y="5086590"/>
              <a:ext cx="723275" cy="307777"/>
            </a:xfrm>
            <a:prstGeom prst="rect">
              <a:avLst/>
            </a:prstGeom>
            <a:noFill/>
          </p:spPr>
          <p:txBody>
            <a:bodyPr wrap="none" rtlCol="0">
              <a:spAutoFit/>
            </a:bodyPr>
            <a:lstStyle/>
            <a:p>
              <a:r>
                <a:rPr lang="zh-CN" altLang="en-US" sz="1400" dirty="0">
                  <a:latin typeface="宋体" panose="02010600030101010101" pitchFamily="2" charset="-122"/>
                  <a:ea typeface="宋体" panose="02010600030101010101" pitchFamily="2" charset="-122"/>
                </a:rPr>
                <a:t>交换机</a:t>
              </a:r>
              <a:endParaRPr lang="zh-CN" altLang="en-US" sz="1400" dirty="0">
                <a:latin typeface="宋体" panose="02010600030101010101" pitchFamily="2" charset="-122"/>
                <a:ea typeface="宋体" panose="02010600030101010101" pitchFamily="2" charset="-122"/>
              </a:endParaRPr>
            </a:p>
          </p:txBody>
        </p:sp>
        <p:sp>
          <p:nvSpPr>
            <p:cNvPr id="53" name="文本框 52"/>
            <p:cNvSpPr txBox="1"/>
            <p:nvPr/>
          </p:nvSpPr>
          <p:spPr>
            <a:xfrm>
              <a:off x="5185524" y="3120038"/>
              <a:ext cx="1172116" cy="307777"/>
            </a:xfrm>
            <a:prstGeom prst="rect">
              <a:avLst/>
            </a:prstGeom>
            <a:noFill/>
          </p:spPr>
          <p:txBody>
            <a:bodyPr wrap="none" rtlCol="0" anchor="ctr">
              <a:spAutoFit/>
            </a:bodyPr>
            <a:lstStyle/>
            <a:p>
              <a:r>
                <a:rPr lang="en-US" altLang="zh-CN" sz="1400" dirty="0">
                  <a:latin typeface="宋体" panose="02010600030101010101" pitchFamily="2" charset="-122"/>
                  <a:ea typeface="宋体" panose="02010600030101010101" pitchFamily="2" charset="-122"/>
                </a:rPr>
                <a:t>VRRP</a:t>
              </a:r>
              <a:r>
                <a:rPr lang="zh-CN" altLang="en-US" sz="1400" dirty="0">
                  <a:latin typeface="宋体" panose="02010600030101010101" pitchFamily="2" charset="-122"/>
                  <a:ea typeface="宋体" panose="02010600030101010101" pitchFamily="2" charset="-122"/>
                </a:rPr>
                <a:t>路由器</a:t>
              </a:r>
              <a:r>
                <a:rPr lang="en-US" altLang="zh-CN" sz="1400" dirty="0">
                  <a:latin typeface="宋体" panose="02010600030101010101" pitchFamily="2" charset="-122"/>
                  <a:ea typeface="宋体" panose="02010600030101010101" pitchFamily="2" charset="-122"/>
                </a:rPr>
                <a:t>A</a:t>
              </a:r>
              <a:endParaRPr lang="zh-CN" altLang="en-US" sz="1400" dirty="0">
                <a:latin typeface="宋体" panose="02010600030101010101" pitchFamily="2" charset="-122"/>
                <a:ea typeface="宋体" panose="02010600030101010101" pitchFamily="2" charset="-122"/>
              </a:endParaRPr>
            </a:p>
          </p:txBody>
        </p:sp>
        <p:sp>
          <p:nvSpPr>
            <p:cNvPr id="54" name="文本框 53"/>
            <p:cNvSpPr txBox="1"/>
            <p:nvPr/>
          </p:nvSpPr>
          <p:spPr>
            <a:xfrm>
              <a:off x="9917049" y="3120038"/>
              <a:ext cx="1172116" cy="307777"/>
            </a:xfrm>
            <a:prstGeom prst="rect">
              <a:avLst/>
            </a:prstGeom>
            <a:noFill/>
          </p:spPr>
          <p:txBody>
            <a:bodyPr wrap="none" rtlCol="0" anchor="ctr">
              <a:spAutoFit/>
            </a:bodyPr>
            <a:lstStyle/>
            <a:p>
              <a:r>
                <a:rPr lang="en-US" altLang="zh-CN" sz="1400" dirty="0">
                  <a:latin typeface="宋体" panose="02010600030101010101" pitchFamily="2" charset="-122"/>
                  <a:ea typeface="宋体" panose="02010600030101010101" pitchFamily="2" charset="-122"/>
                </a:rPr>
                <a:t>VRRP</a:t>
              </a:r>
              <a:r>
                <a:rPr lang="zh-CN" altLang="en-US" sz="1400" dirty="0">
                  <a:latin typeface="宋体" panose="02010600030101010101" pitchFamily="2" charset="-122"/>
                  <a:ea typeface="宋体" panose="02010600030101010101" pitchFamily="2" charset="-122"/>
                </a:rPr>
                <a:t>路由器</a:t>
              </a:r>
              <a:r>
                <a:rPr lang="en-US" altLang="zh-CN" sz="1400" dirty="0">
                  <a:latin typeface="宋体" panose="02010600030101010101" pitchFamily="2" charset="-122"/>
                  <a:ea typeface="宋体" panose="02010600030101010101" pitchFamily="2" charset="-122"/>
                </a:rPr>
                <a:t>B</a:t>
              </a:r>
              <a:endParaRPr lang="zh-CN" altLang="en-US" sz="1400" dirty="0">
                <a:latin typeface="宋体" panose="02010600030101010101" pitchFamily="2" charset="-122"/>
                <a:ea typeface="宋体" panose="02010600030101010101" pitchFamily="2" charset="-122"/>
              </a:endParaRPr>
            </a:p>
          </p:txBody>
        </p:sp>
        <p:sp>
          <p:nvSpPr>
            <p:cNvPr id="55" name="文本框 54"/>
            <p:cNvSpPr txBox="1"/>
            <p:nvPr/>
          </p:nvSpPr>
          <p:spPr>
            <a:xfrm>
              <a:off x="4448464" y="4405523"/>
              <a:ext cx="1441420" cy="1169551"/>
            </a:xfrm>
            <a:prstGeom prst="rect">
              <a:avLst/>
            </a:prstGeom>
            <a:noFill/>
          </p:spPr>
          <p:txBody>
            <a:bodyPr wrap="none" rtlCol="0">
              <a:spAutoFit/>
            </a:bodyPr>
            <a:lstStyle/>
            <a:p>
              <a:pPr algn="ctr"/>
              <a:r>
                <a:rPr lang="zh-CN" altLang="en-US" sz="1400" dirty="0">
                  <a:latin typeface="宋体" panose="02010600030101010101" pitchFamily="2" charset="-122"/>
                  <a:ea typeface="宋体" panose="02010600030101010101" pitchFamily="2" charset="-122"/>
                </a:rPr>
                <a:t>接口</a:t>
              </a:r>
              <a:r>
                <a:rPr lang="en-US" altLang="zh-CN" sz="1400" dirty="0">
                  <a:latin typeface="宋体" panose="02010600030101010101" pitchFamily="2" charset="-122"/>
                  <a:ea typeface="宋体" panose="02010600030101010101" pitchFamily="2" charset="-122"/>
                </a:rPr>
                <a:t>IP</a:t>
              </a:r>
              <a:r>
                <a:rPr lang="zh-CN" altLang="en-US" sz="1400" dirty="0">
                  <a:latin typeface="宋体" panose="02010600030101010101" pitchFamily="2" charset="-122"/>
                  <a:ea typeface="宋体" panose="02010600030101010101" pitchFamily="2" charset="-122"/>
                </a:rPr>
                <a:t>地址：</a:t>
              </a:r>
              <a:endParaRPr lang="en-US" altLang="zh-CN" sz="1400" dirty="0">
                <a:latin typeface="宋体" panose="02010600030101010101" pitchFamily="2" charset="-122"/>
                <a:ea typeface="宋体" panose="02010600030101010101" pitchFamily="2" charset="-122"/>
              </a:endParaRPr>
            </a:p>
            <a:p>
              <a:pPr algn="ctr"/>
              <a:r>
                <a:rPr lang="en-US" altLang="zh-CN" sz="1400" dirty="0">
                  <a:latin typeface="宋体" panose="02010600030101010101" pitchFamily="2" charset="-122"/>
                  <a:ea typeface="宋体" panose="02010600030101010101" pitchFamily="2" charset="-122"/>
                </a:rPr>
                <a:t>10.1.1.1/24</a:t>
              </a:r>
              <a:endParaRPr lang="en-US" altLang="zh-CN" sz="1400" dirty="0">
                <a:latin typeface="宋体" panose="02010600030101010101" pitchFamily="2" charset="-122"/>
                <a:ea typeface="宋体" panose="02010600030101010101" pitchFamily="2" charset="-122"/>
              </a:endParaRPr>
            </a:p>
            <a:p>
              <a:pPr algn="ctr"/>
              <a:r>
                <a:rPr lang="zh-CN" altLang="en-US" sz="1400" dirty="0">
                  <a:latin typeface="宋体" panose="02010600030101010101" pitchFamily="2" charset="-122"/>
                  <a:ea typeface="宋体" panose="02010600030101010101" pitchFamily="2" charset="-122"/>
                </a:rPr>
                <a:t>优先级</a:t>
              </a:r>
              <a:r>
                <a:rPr lang="en-US" altLang="zh-CN" sz="1400" dirty="0" smtClean="0">
                  <a:latin typeface="宋体" panose="02010600030101010101" pitchFamily="2" charset="-122"/>
                  <a:ea typeface="宋体" panose="02010600030101010101" pitchFamily="2" charset="-122"/>
                </a:rPr>
                <a:t>200</a:t>
              </a:r>
              <a:endParaRPr lang="en-US" altLang="zh-CN" sz="1400" dirty="0" smtClean="0">
                <a:latin typeface="宋体" panose="02010600030101010101" pitchFamily="2" charset="-122"/>
                <a:ea typeface="宋体" panose="02010600030101010101" pitchFamily="2" charset="-122"/>
              </a:endParaRPr>
            </a:p>
            <a:p>
              <a:pPr algn="ctr"/>
              <a:r>
                <a:rPr lang="zh-CN" altLang="en-US" sz="1400" dirty="0" smtClean="0">
                  <a:latin typeface="宋体" panose="02010600030101010101" pitchFamily="2" charset="-122"/>
                  <a:ea typeface="宋体" panose="02010600030101010101" pitchFamily="2" charset="-122"/>
                </a:rPr>
                <a:t>（</a:t>
              </a:r>
              <a:r>
                <a:rPr lang="zh-CN" altLang="en-US" sz="1400" dirty="0">
                  <a:latin typeface="宋体" panose="02010600030101010101" pitchFamily="2" charset="-122"/>
                  <a:ea typeface="宋体" panose="02010600030101010101" pitchFamily="2" charset="-122"/>
                </a:rPr>
                <a:t>主用路由器）</a:t>
              </a:r>
              <a:endParaRPr lang="zh-CN" altLang="en-US" sz="1400" dirty="0">
                <a:latin typeface="宋体" panose="02010600030101010101" pitchFamily="2" charset="-122"/>
                <a:ea typeface="宋体" panose="02010600030101010101" pitchFamily="2" charset="-122"/>
              </a:endParaRPr>
            </a:p>
            <a:p>
              <a:pPr algn="ctr"/>
              <a:endParaRPr lang="zh-CN" altLang="en-US" sz="1400" dirty="0">
                <a:latin typeface="宋体" panose="02010600030101010101" pitchFamily="2" charset="-122"/>
                <a:ea typeface="宋体" panose="02010600030101010101" pitchFamily="2" charset="-122"/>
              </a:endParaRPr>
            </a:p>
          </p:txBody>
        </p:sp>
        <p:sp>
          <p:nvSpPr>
            <p:cNvPr id="56" name="文本框 55"/>
            <p:cNvSpPr txBox="1"/>
            <p:nvPr/>
          </p:nvSpPr>
          <p:spPr>
            <a:xfrm>
              <a:off x="10048554" y="4405523"/>
              <a:ext cx="2117368" cy="1169551"/>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接口</a:t>
              </a:r>
              <a:r>
                <a:rPr lang="en-US" altLang="zh-CN" sz="1400" dirty="0">
                  <a:latin typeface="宋体" panose="02010600030101010101" pitchFamily="2" charset="-122"/>
                  <a:ea typeface="宋体" panose="02010600030101010101" pitchFamily="2" charset="-122"/>
                </a:rPr>
                <a:t>IP</a:t>
              </a:r>
              <a:r>
                <a:rPr lang="zh-CN" altLang="en-US" sz="1400" dirty="0">
                  <a:latin typeface="宋体" panose="02010600030101010101" pitchFamily="2" charset="-122"/>
                  <a:ea typeface="宋体" panose="02010600030101010101" pitchFamily="2" charset="-122"/>
                </a:rPr>
                <a:t>地址：</a:t>
              </a:r>
              <a:endParaRPr lang="en-US" altLang="zh-CN" sz="1400" dirty="0">
                <a:latin typeface="宋体" panose="02010600030101010101" pitchFamily="2" charset="-122"/>
                <a:ea typeface="宋体" panose="02010600030101010101" pitchFamily="2" charset="-122"/>
              </a:endParaRPr>
            </a:p>
            <a:p>
              <a:pPr algn="ctr"/>
              <a:r>
                <a:rPr lang="en-US" altLang="zh-CN" sz="1400" dirty="0">
                  <a:latin typeface="宋体" panose="02010600030101010101" pitchFamily="2" charset="-122"/>
                  <a:ea typeface="宋体" panose="02010600030101010101" pitchFamily="2" charset="-122"/>
                </a:rPr>
                <a:t>10.1.1.2/24</a:t>
              </a:r>
              <a:endParaRPr lang="en-US" altLang="zh-CN" sz="1400" dirty="0">
                <a:latin typeface="宋体" panose="02010600030101010101" pitchFamily="2" charset="-122"/>
                <a:ea typeface="宋体" panose="02010600030101010101" pitchFamily="2" charset="-122"/>
              </a:endParaRPr>
            </a:p>
            <a:p>
              <a:pPr algn="ctr"/>
              <a:r>
                <a:rPr lang="zh-CN" altLang="en-US" sz="1400" dirty="0">
                  <a:latin typeface="宋体" panose="02010600030101010101" pitchFamily="2" charset="-122"/>
                  <a:ea typeface="宋体" panose="02010600030101010101" pitchFamily="2" charset="-122"/>
                </a:rPr>
                <a:t>优先级</a:t>
              </a:r>
              <a:r>
                <a:rPr lang="en-US" altLang="zh-CN" sz="1400" dirty="0" smtClean="0">
                  <a:latin typeface="宋体" panose="02010600030101010101" pitchFamily="2" charset="-122"/>
                  <a:ea typeface="宋体" panose="02010600030101010101" pitchFamily="2" charset="-122"/>
                </a:rPr>
                <a:t>150</a:t>
              </a:r>
              <a:endParaRPr lang="en-US" altLang="zh-CN" sz="1400" dirty="0" smtClean="0">
                <a:latin typeface="宋体" panose="02010600030101010101" pitchFamily="2" charset="-122"/>
                <a:ea typeface="宋体" panose="02010600030101010101" pitchFamily="2" charset="-122"/>
              </a:endParaRPr>
            </a:p>
            <a:p>
              <a:pPr algn="ctr"/>
              <a:r>
                <a:rPr lang="zh-CN" altLang="en-US" sz="1400" dirty="0" smtClean="0">
                  <a:latin typeface="宋体" panose="02010600030101010101" pitchFamily="2" charset="-122"/>
                  <a:ea typeface="宋体" panose="02010600030101010101" pitchFamily="2" charset="-122"/>
                </a:rPr>
                <a:t>（</a:t>
              </a:r>
              <a:r>
                <a:rPr lang="zh-CN" altLang="en-US" sz="1400" dirty="0">
                  <a:latin typeface="宋体" panose="02010600030101010101" pitchFamily="2" charset="-122"/>
                  <a:ea typeface="宋体" panose="02010600030101010101" pitchFamily="2" charset="-122"/>
                </a:rPr>
                <a:t>备用路由器）</a:t>
              </a:r>
              <a:endParaRPr lang="zh-CN" altLang="en-US" sz="1400" dirty="0">
                <a:latin typeface="宋体" panose="02010600030101010101" pitchFamily="2" charset="-122"/>
                <a:ea typeface="宋体" panose="02010600030101010101" pitchFamily="2" charset="-122"/>
              </a:endParaRPr>
            </a:p>
            <a:p>
              <a:pPr algn="ctr"/>
              <a:endParaRPr lang="zh-CN" altLang="en-US" sz="1400" dirty="0">
                <a:latin typeface="宋体" panose="02010600030101010101" pitchFamily="2" charset="-122"/>
                <a:ea typeface="宋体" panose="02010600030101010101" pitchFamily="2" charset="-122"/>
              </a:endParaRPr>
            </a:p>
          </p:txBody>
        </p:sp>
        <p:cxnSp>
          <p:nvCxnSpPr>
            <p:cNvPr id="57" name="连接符: 肘形 56"/>
            <p:cNvCxnSpPr/>
            <p:nvPr/>
          </p:nvCxnSpPr>
          <p:spPr>
            <a:xfrm rot="5400000" flipH="1" flipV="1">
              <a:off x="5545174" y="3411967"/>
              <a:ext cx="668826" cy="1407721"/>
            </a:xfrm>
            <a:prstGeom prst="bentConnector2">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8" name="连接符: 肘形 57"/>
            <p:cNvCxnSpPr>
              <a:stCxn id="56" idx="0"/>
            </p:cNvCxnSpPr>
            <p:nvPr/>
          </p:nvCxnSpPr>
          <p:spPr>
            <a:xfrm rot="16200000" flipV="1">
              <a:off x="10080509" y="3378794"/>
              <a:ext cx="604922" cy="1448536"/>
            </a:xfrm>
            <a:prstGeom prst="bentConnector2">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60" name="图片 59" descr="接入交换机.png"/>
            <p:cNvPicPr>
              <a:picLocks noChangeAspect="1"/>
            </p:cNvPicPr>
            <p:nvPr/>
          </p:nvPicPr>
          <p:blipFill>
            <a:blip r:embed="rId2" cstate="print"/>
            <a:stretch>
              <a:fillRect/>
            </a:stretch>
          </p:blipFill>
          <p:spPr>
            <a:xfrm>
              <a:off x="7740687" y="5036469"/>
              <a:ext cx="540000" cy="441818"/>
            </a:xfrm>
            <a:prstGeom prst="rect">
              <a:avLst/>
            </a:prstGeom>
          </p:spPr>
        </p:pic>
        <p:pic>
          <p:nvPicPr>
            <p:cNvPr id="61" name="图片 60" descr="核心路由器.png"/>
            <p:cNvPicPr>
              <a:picLocks noChangeAspect="1"/>
            </p:cNvPicPr>
            <p:nvPr/>
          </p:nvPicPr>
          <p:blipFill>
            <a:blip r:embed="rId3" cstate="print"/>
            <a:stretch>
              <a:fillRect/>
            </a:stretch>
          </p:blipFill>
          <p:spPr>
            <a:xfrm>
              <a:off x="9384503" y="3252605"/>
              <a:ext cx="540000" cy="441818"/>
            </a:xfrm>
            <a:prstGeom prst="rect">
              <a:avLst/>
            </a:prstGeom>
          </p:spPr>
        </p:pic>
        <p:pic>
          <p:nvPicPr>
            <p:cNvPr id="62" name="图片 61" descr="核心路由器.png"/>
            <p:cNvPicPr>
              <a:picLocks noChangeAspect="1"/>
            </p:cNvPicPr>
            <p:nvPr/>
          </p:nvPicPr>
          <p:blipFill>
            <a:blip r:embed="rId3" cstate="print"/>
            <a:stretch>
              <a:fillRect/>
            </a:stretch>
          </p:blipFill>
          <p:spPr>
            <a:xfrm>
              <a:off x="6316474" y="3229472"/>
              <a:ext cx="540000" cy="441818"/>
            </a:xfrm>
            <a:prstGeom prst="rect">
              <a:avLst/>
            </a:prstGeom>
          </p:spPr>
        </p:pic>
        <p:sp>
          <p:nvSpPr>
            <p:cNvPr id="63" name="矩形: 圆角 62"/>
            <p:cNvSpPr/>
            <p:nvPr/>
          </p:nvSpPr>
          <p:spPr>
            <a:xfrm>
              <a:off x="5700513" y="3395151"/>
              <a:ext cx="4446465" cy="1246516"/>
            </a:xfrm>
            <a:prstGeom prst="round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宋体" panose="02010600030101010101" pitchFamily="2" charset="-122"/>
                <a:ea typeface="宋体" panose="02010600030101010101" pitchFamily="2" charset="-122"/>
              </a:endParaRPr>
            </a:p>
          </p:txBody>
        </p:sp>
        <p:sp>
          <p:nvSpPr>
            <p:cNvPr id="64" name="文本框 63"/>
            <p:cNvSpPr txBox="1"/>
            <p:nvPr/>
          </p:nvSpPr>
          <p:spPr>
            <a:xfrm>
              <a:off x="6627992" y="3793069"/>
              <a:ext cx="2849880" cy="737235"/>
            </a:xfrm>
            <a:prstGeom prst="rect">
              <a:avLst/>
            </a:prstGeom>
            <a:solidFill>
              <a:srgbClr val="FFFFFF">
                <a:alpha val="58039"/>
              </a:srgbClr>
            </a:solidFill>
            <a:ln>
              <a:solidFill>
                <a:schemeClr val="bg1"/>
              </a:solidFill>
            </a:ln>
          </p:spPr>
          <p:txBody>
            <a:bodyPr wrap="none" rtlCol="0">
              <a:spAutoFit/>
            </a:bodyPr>
            <a:lstStyle/>
            <a:p>
              <a:r>
                <a:rPr lang="en-US" altLang="zh-CN" sz="1400" dirty="0">
                  <a:latin typeface="宋体" panose="02010600030101010101" pitchFamily="2" charset="-122"/>
                  <a:ea typeface="宋体" panose="02010600030101010101" pitchFamily="2" charset="-122"/>
                </a:rPr>
                <a:t>VRRP</a:t>
              </a:r>
              <a:r>
                <a:rPr lang="zh-CN" altLang="en-US" sz="1400" dirty="0">
                  <a:latin typeface="宋体" panose="02010600030101010101" pitchFamily="2" charset="-122"/>
                  <a:ea typeface="宋体" panose="02010600030101010101" pitchFamily="2" charset="-122"/>
                </a:rPr>
                <a:t>组（虚拟路由器</a:t>
              </a:r>
              <a:r>
                <a:rPr lang="en-US" altLang="zh-CN" sz="1400" dirty="0">
                  <a:latin typeface="宋体" panose="02010600030101010101" pitchFamily="2" charset="-122"/>
                  <a:ea typeface="宋体" panose="02010600030101010101" pitchFamily="2" charset="-122"/>
                </a:rPr>
                <a:t>):VRID 10</a:t>
              </a:r>
              <a:endParaRPr lang="en-US" altLang="zh-CN" sz="1400" dirty="0">
                <a:latin typeface="宋体" panose="02010600030101010101" pitchFamily="2" charset="-122"/>
                <a:ea typeface="宋体" panose="02010600030101010101" pitchFamily="2" charset="-122"/>
              </a:endParaRPr>
            </a:p>
            <a:p>
              <a:r>
                <a:rPr lang="zh-CN" altLang="en-US" sz="1400" dirty="0">
                  <a:latin typeface="宋体" panose="02010600030101010101" pitchFamily="2" charset="-122"/>
                  <a:ea typeface="宋体" panose="02010600030101010101" pitchFamily="2" charset="-122"/>
                </a:rPr>
                <a:t>虚拟</a:t>
              </a:r>
              <a:r>
                <a:rPr lang="en-US" altLang="zh-CN" sz="1400" dirty="0">
                  <a:latin typeface="宋体" panose="02010600030101010101" pitchFamily="2" charset="-122"/>
                  <a:ea typeface="宋体" panose="02010600030101010101" pitchFamily="2" charset="-122"/>
                </a:rPr>
                <a:t>IP</a:t>
              </a:r>
              <a:r>
                <a:rPr lang="zh-CN" altLang="en-US" sz="1400" dirty="0">
                  <a:latin typeface="宋体" panose="02010600030101010101" pitchFamily="2" charset="-122"/>
                  <a:ea typeface="宋体" panose="02010600030101010101" pitchFamily="2" charset="-122"/>
                </a:rPr>
                <a:t>地址：</a:t>
              </a:r>
              <a:r>
                <a:rPr lang="en-US" altLang="zh-CN" sz="1400" dirty="0">
                  <a:latin typeface="宋体" panose="02010600030101010101" pitchFamily="2" charset="-122"/>
                  <a:ea typeface="宋体" panose="02010600030101010101" pitchFamily="2" charset="-122"/>
                </a:rPr>
                <a:t>10.1.1.254/24</a:t>
              </a:r>
              <a:endParaRPr lang="en-US" altLang="zh-CN" sz="1400" dirty="0">
                <a:latin typeface="宋体" panose="02010600030101010101" pitchFamily="2" charset="-122"/>
                <a:ea typeface="宋体" panose="02010600030101010101" pitchFamily="2" charset="-122"/>
              </a:endParaRPr>
            </a:p>
            <a:p>
              <a:r>
                <a:rPr lang="zh-CN" altLang="en-US" sz="1400" dirty="0">
                  <a:latin typeface="宋体" panose="02010600030101010101" pitchFamily="2" charset="-122"/>
                  <a:ea typeface="宋体" panose="02010600030101010101" pitchFamily="2" charset="-122"/>
                </a:rPr>
                <a:t>虚拟</a:t>
              </a:r>
              <a:r>
                <a:rPr lang="en-US" altLang="zh-CN" sz="1400" dirty="0">
                  <a:latin typeface="宋体" panose="02010600030101010101" pitchFamily="2" charset="-122"/>
                  <a:ea typeface="宋体" panose="02010600030101010101" pitchFamily="2" charset="-122"/>
                </a:rPr>
                <a:t>MAC</a:t>
              </a:r>
              <a:r>
                <a:rPr lang="zh-CN" altLang="en-US" sz="1400" dirty="0">
                  <a:latin typeface="宋体" panose="02010600030101010101" pitchFamily="2" charset="-122"/>
                  <a:ea typeface="宋体" panose="02010600030101010101" pitchFamily="2" charset="-122"/>
                </a:rPr>
                <a:t>地址：</a:t>
              </a:r>
              <a:r>
                <a:rPr lang="en-US" altLang="zh-CN" sz="1400" dirty="0">
                  <a:latin typeface="宋体" panose="02010600030101010101" pitchFamily="2" charset="-122"/>
                  <a:ea typeface="宋体" panose="02010600030101010101" pitchFamily="2" charset="-122"/>
                </a:rPr>
                <a:t>00-00-5E-00-01-10</a:t>
              </a:r>
              <a:endParaRPr lang="zh-CN" altLang="en-US" sz="1400" dirty="0">
                <a:latin typeface="宋体" panose="02010600030101010101" pitchFamily="2" charset="-122"/>
                <a:ea typeface="宋体" panose="02010600030101010101" pitchFamily="2" charset="-122"/>
              </a:endParaRPr>
            </a:p>
          </p:txBody>
        </p:sp>
        <p:cxnSp>
          <p:nvCxnSpPr>
            <p:cNvPr id="65" name="肘形连接符 5"/>
            <p:cNvCxnSpPr/>
            <p:nvPr/>
          </p:nvCxnSpPr>
          <p:spPr>
            <a:xfrm rot="5400000" flipH="1" flipV="1">
              <a:off x="8209988" y="3576090"/>
              <a:ext cx="1342046" cy="1578713"/>
            </a:xfrm>
            <a:prstGeom prst="bentConnector3">
              <a:avLst>
                <a:gd name="adj1" fmla="val 21610"/>
              </a:avLst>
            </a:prstGeom>
            <a:ln w="1905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肘形连接符 46"/>
            <p:cNvCxnSpPr>
              <a:endCxn id="62" idx="2"/>
            </p:cNvCxnSpPr>
            <p:nvPr/>
          </p:nvCxnSpPr>
          <p:spPr>
            <a:xfrm rot="16200000" flipV="1">
              <a:off x="6568908" y="3688856"/>
              <a:ext cx="1358286" cy="1323154"/>
            </a:xfrm>
            <a:prstGeom prst="bentConnector3">
              <a:avLst>
                <a:gd name="adj1" fmla="val 20547"/>
              </a:avLst>
            </a:prstGeom>
            <a:ln w="19050"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7"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0702" y="1978908"/>
              <a:ext cx="5257800" cy="714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Text Box 49"/>
            <p:cNvSpPr txBox="1">
              <a:spLocks noChangeArrowheads="1"/>
            </p:cNvSpPr>
            <p:nvPr/>
          </p:nvSpPr>
          <p:spPr bwMode="auto">
            <a:xfrm>
              <a:off x="9148602" y="2215244"/>
              <a:ext cx="1335088" cy="338554"/>
            </a:xfrm>
            <a:prstGeom prst="rect">
              <a:avLst/>
            </a:prstGeom>
            <a:noFill/>
            <a:ln w="9525">
              <a:noFill/>
              <a:miter lim="800000"/>
            </a:ln>
          </p:spPr>
          <p:txBody>
            <a:bodyPr>
              <a:spAutoFit/>
            </a:bodyPr>
            <a:lstStyle/>
            <a:p>
              <a:pPr>
                <a:defRPr/>
              </a:pPr>
              <a:r>
                <a:rPr lang="en-US" altLang="zh-CN" sz="1600" b="1" dirty="0">
                  <a:latin typeface="宋体" panose="02010600030101010101" pitchFamily="2" charset="-122"/>
                  <a:ea typeface="宋体" panose="02010600030101010101" pitchFamily="2" charset="-122"/>
                  <a:cs typeface="Times New Roman" panose="02020603050405020304" pitchFamily="18" charset="0"/>
                </a:rPr>
                <a:t>Internet</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70" name="Text Box 20"/>
            <p:cNvSpPr txBox="1">
              <a:spLocks noChangeArrowheads="1"/>
            </p:cNvSpPr>
            <p:nvPr/>
          </p:nvSpPr>
          <p:spPr bwMode="auto">
            <a:xfrm>
              <a:off x="6793914" y="2018565"/>
              <a:ext cx="1950064" cy="365124"/>
            </a:xfrm>
            <a:prstGeom prst="rect">
              <a:avLst/>
            </a:prstGeom>
            <a:noFill/>
            <a:ln>
              <a:noFill/>
            </a:ln>
            <a:effectLst>
              <a:prstShdw prst="shdw17" dist="17961" dir="2700000">
                <a:srgbClr val="8A7B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en-US" altLang="zh-CN" sz="1400" dirty="0">
                  <a:latin typeface="宋体" panose="02010600030101010101" pitchFamily="2" charset="-122"/>
                  <a:ea typeface="宋体" panose="02010600030101010101" pitchFamily="2" charset="-122"/>
                  <a:cs typeface="Times New Roman" panose="02020603050405020304" pitchFamily="18" charset="0"/>
                </a:rPr>
                <a:t>172.16.1.1</a:t>
              </a:r>
              <a:endParaRPr lang="en-US" altLang="zh-CN" sz="1400" dirty="0">
                <a:latin typeface="宋体" panose="02010600030101010101" pitchFamily="2" charset="-122"/>
                <a:ea typeface="宋体" panose="02010600030101010101" pitchFamily="2" charset="-122"/>
                <a:cs typeface="Times New Roman" panose="02020603050405020304" pitchFamily="18" charset="0"/>
              </a:endParaRPr>
            </a:p>
          </p:txBody>
        </p:sp>
        <p:pic>
          <p:nvPicPr>
            <p:cNvPr id="59" name="图片 58" descr="PC.png"/>
            <p:cNvPicPr>
              <a:picLocks noChangeAspect="1"/>
            </p:cNvPicPr>
            <p:nvPr/>
          </p:nvPicPr>
          <p:blipFill>
            <a:blip r:embed="rId5" cstate="print"/>
            <a:stretch>
              <a:fillRect/>
            </a:stretch>
          </p:blipFill>
          <p:spPr>
            <a:xfrm>
              <a:off x="7740687" y="5905883"/>
              <a:ext cx="539063" cy="414000"/>
            </a:xfrm>
            <a:prstGeom prst="rect">
              <a:avLst/>
            </a:prstGeom>
          </p:spPr>
        </p:pic>
      </p:grpSp>
      <p:sp>
        <p:nvSpPr>
          <p:cNvPr id="72" name="AutoShape 66"/>
          <p:cNvSpPr>
            <a:spLocks noChangeArrowheads="1"/>
          </p:cNvSpPr>
          <p:nvPr/>
        </p:nvSpPr>
        <p:spPr bwMode="auto">
          <a:xfrm>
            <a:off x="5942320" y="5586687"/>
            <a:ext cx="1752600" cy="576000"/>
          </a:xfrm>
          <a:prstGeom prst="wedgeRoundRectCallout">
            <a:avLst>
              <a:gd name="adj1" fmla="val -69463"/>
              <a:gd name="adj2" fmla="val 43898"/>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b="1" dirty="0">
                <a:latin typeface="宋体" panose="02010600030101010101" pitchFamily="2" charset="-122"/>
                <a:ea typeface="宋体" panose="02010600030101010101" pitchFamily="2" charset="-122"/>
                <a:cs typeface="Times New Roman" panose="02020603050405020304" pitchFamily="18" charset="0"/>
              </a:rPr>
              <a:t>我需要到达</a:t>
            </a:r>
            <a:endParaRPr lang="zh-CN" altLang="en-US" sz="1600" b="1" dirty="0">
              <a:latin typeface="宋体" panose="02010600030101010101" pitchFamily="2" charset="-122"/>
              <a:ea typeface="宋体" panose="02010600030101010101" pitchFamily="2" charset="-122"/>
              <a:cs typeface="Times New Roman" panose="02020603050405020304" pitchFamily="18" charset="0"/>
            </a:endParaRPr>
          </a:p>
          <a:p>
            <a:pPr eaLnBrk="1" hangingPunct="1"/>
            <a:r>
              <a:rPr lang="en-US" altLang="zh-CN" sz="1600" b="1" dirty="0">
                <a:latin typeface="宋体" panose="02010600030101010101" pitchFamily="2" charset="-122"/>
                <a:ea typeface="宋体" panose="02010600030101010101" pitchFamily="2" charset="-122"/>
                <a:cs typeface="Times New Roman" panose="02020603050405020304" pitchFamily="18" charset="0"/>
              </a:rPr>
              <a:t>172.16.1.1</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73" name="AutoShape 66"/>
          <p:cNvSpPr>
            <a:spLocks noChangeArrowheads="1"/>
          </p:cNvSpPr>
          <p:nvPr/>
        </p:nvSpPr>
        <p:spPr bwMode="auto">
          <a:xfrm>
            <a:off x="2384617" y="5586687"/>
            <a:ext cx="2179932" cy="576000"/>
          </a:xfrm>
          <a:prstGeom prst="wedgeRoundRectCallout">
            <a:avLst>
              <a:gd name="adj1" fmla="val 72089"/>
              <a:gd name="adj2" fmla="val -114856"/>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b="1" dirty="0">
                <a:latin typeface="宋体" panose="02010600030101010101" pitchFamily="2" charset="-122"/>
                <a:ea typeface="宋体" panose="02010600030101010101" pitchFamily="2" charset="-122"/>
                <a:cs typeface="Times New Roman" panose="02020603050405020304" pitchFamily="18" charset="0"/>
              </a:rPr>
              <a:t>使用</a:t>
            </a:r>
            <a:r>
              <a:rPr lang="en-US" altLang="zh-CN" sz="1600" b="1" dirty="0">
                <a:latin typeface="宋体" panose="02010600030101010101" pitchFamily="2" charset="-122"/>
                <a:ea typeface="宋体" panose="02010600030101010101" pitchFamily="2" charset="-122"/>
                <a:cs typeface="Times New Roman" panose="02020603050405020304" pitchFamily="18" charset="0"/>
              </a:rPr>
              <a:t>MAC</a:t>
            </a:r>
            <a:r>
              <a:rPr lang="zh-CN" altLang="en-US" sz="1600" b="1" dirty="0">
                <a:latin typeface="宋体" panose="02010600030101010101" pitchFamily="2" charset="-122"/>
                <a:ea typeface="宋体" panose="02010600030101010101" pitchFamily="2" charset="-122"/>
                <a:cs typeface="Times New Roman" panose="02020603050405020304" pitchFamily="18" charset="0"/>
              </a:rPr>
              <a:t>地址</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a:p>
            <a:pPr eaLnBrk="1" hangingPunct="1"/>
            <a:r>
              <a:rPr lang="en-US" altLang="zh-CN" sz="1600" b="1" dirty="0">
                <a:latin typeface="宋体" panose="02010600030101010101" pitchFamily="2" charset="-122"/>
                <a:ea typeface="宋体" panose="02010600030101010101" pitchFamily="2" charset="-122"/>
              </a:rPr>
              <a:t>00-00-5E-00-01-10</a:t>
            </a:r>
            <a:endParaRPr lang="zh-CN" altLang="en-US" sz="1600" b="1" dirty="0">
              <a:latin typeface="宋体" panose="02010600030101010101" pitchFamily="2" charset="-122"/>
              <a:ea typeface="宋体" panose="02010600030101010101" pitchFamily="2" charset="-122"/>
              <a:cs typeface="Times New Roman" panose="02020603050405020304" pitchFamily="18" charset="0"/>
            </a:endParaRPr>
          </a:p>
        </p:txBody>
      </p:sp>
      <p:grpSp>
        <p:nvGrpSpPr>
          <p:cNvPr id="74" name="组合 141"/>
          <p:cNvGrpSpPr/>
          <p:nvPr/>
        </p:nvGrpSpPr>
        <p:grpSpPr bwMode="auto">
          <a:xfrm rot="5400000" flipV="1">
            <a:off x="3324772" y="4186806"/>
            <a:ext cx="2226592" cy="1285654"/>
            <a:chOff x="6226906" y="1682491"/>
            <a:chExt cx="1351075" cy="702292"/>
          </a:xfrm>
        </p:grpSpPr>
        <p:cxnSp>
          <p:nvCxnSpPr>
            <p:cNvPr id="75" name="直接连接符 136"/>
            <p:cNvCxnSpPr>
              <a:cxnSpLocks noChangeShapeType="1"/>
            </p:cNvCxnSpPr>
            <p:nvPr/>
          </p:nvCxnSpPr>
          <p:spPr bwMode="auto">
            <a:xfrm rot="5400000" flipV="1">
              <a:off x="6595210" y="1314187"/>
              <a:ext cx="0" cy="736607"/>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76" name="直接连接符 138"/>
            <p:cNvCxnSpPr>
              <a:cxnSpLocks noChangeShapeType="1"/>
            </p:cNvCxnSpPr>
            <p:nvPr/>
          </p:nvCxnSpPr>
          <p:spPr bwMode="auto">
            <a:xfrm rot="5400000">
              <a:off x="6607611" y="2015548"/>
              <a:ext cx="682112" cy="15997"/>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77" name="直接连接符 140"/>
            <p:cNvCxnSpPr>
              <a:cxnSpLocks noChangeShapeType="1"/>
            </p:cNvCxnSpPr>
            <p:nvPr/>
          </p:nvCxnSpPr>
          <p:spPr bwMode="auto">
            <a:xfrm rot="5400000" flipV="1">
              <a:off x="7269954" y="2076756"/>
              <a:ext cx="1587" cy="614467"/>
            </a:xfrm>
            <a:prstGeom prst="line">
              <a:avLst/>
            </a:prstGeom>
            <a:noFill/>
            <a:ln w="44450" algn="ctr">
              <a:solidFill>
                <a:srgbClr val="FF9900"/>
              </a:solidFill>
              <a:prstDash val="dash"/>
              <a:round/>
              <a:tailEnd type="triangle" w="med" len="lg"/>
            </a:ln>
            <a:extLst>
              <a:ext uri="{909E8E84-426E-40DD-AFC4-6F175D3DCCD1}">
                <a14:hiddenFill xmlns:a14="http://schemas.microsoft.com/office/drawing/2010/main">
                  <a:noFill/>
                </a14:hiddenFill>
              </a:ext>
            </a:extLst>
          </p:spPr>
        </p:cxnSp>
      </p:grpSp>
      <p:grpSp>
        <p:nvGrpSpPr>
          <p:cNvPr id="86" name="组合 141"/>
          <p:cNvGrpSpPr/>
          <p:nvPr/>
        </p:nvGrpSpPr>
        <p:grpSpPr bwMode="auto">
          <a:xfrm rot="5400000" flipV="1">
            <a:off x="2604890" y="3312990"/>
            <a:ext cx="3671201" cy="1624124"/>
            <a:chOff x="6208899" y="1676372"/>
            <a:chExt cx="1870605" cy="585800"/>
          </a:xfrm>
        </p:grpSpPr>
        <p:cxnSp>
          <p:nvCxnSpPr>
            <p:cNvPr id="87" name="直接连接符 136"/>
            <p:cNvCxnSpPr>
              <a:cxnSpLocks noChangeShapeType="1"/>
            </p:cNvCxnSpPr>
            <p:nvPr/>
          </p:nvCxnSpPr>
          <p:spPr bwMode="auto">
            <a:xfrm>
              <a:off x="6208899" y="1676372"/>
              <a:ext cx="1395704" cy="1588"/>
            </a:xfrm>
            <a:prstGeom prst="line">
              <a:avLst/>
            </a:prstGeom>
            <a:noFill/>
            <a:ln w="44450" algn="ctr">
              <a:solidFill>
                <a:srgbClr val="7030A0"/>
              </a:solidFill>
              <a:prstDash val="dash"/>
              <a:round/>
              <a:headEnd type="triangle" w="med" len="lg"/>
              <a:tailEnd type="none" w="lg" len="med"/>
            </a:ln>
            <a:extLst>
              <a:ext uri="{909E8E84-426E-40DD-AFC4-6F175D3DCCD1}">
                <a14:hiddenFill xmlns:a14="http://schemas.microsoft.com/office/drawing/2010/main">
                  <a:noFill/>
                </a14:hiddenFill>
              </a:ext>
            </a:extLst>
          </p:spPr>
        </p:cxnSp>
        <p:cxnSp>
          <p:nvCxnSpPr>
            <p:cNvPr id="88" name="直接连接符 138"/>
            <p:cNvCxnSpPr>
              <a:cxnSpLocks noChangeShapeType="1"/>
            </p:cNvCxnSpPr>
            <p:nvPr/>
          </p:nvCxnSpPr>
          <p:spPr bwMode="auto">
            <a:xfrm rot="5400000">
              <a:off x="7311269" y="1967686"/>
              <a:ext cx="584208" cy="1588"/>
            </a:xfrm>
            <a:prstGeom prst="line">
              <a:avLst/>
            </a:prstGeom>
            <a:noFill/>
            <a:ln w="44450" algn="ctr">
              <a:solidFill>
                <a:srgbClr val="7030A0"/>
              </a:solidFill>
              <a:prstDash val="dash"/>
              <a:round/>
            </a:ln>
            <a:extLst>
              <a:ext uri="{909E8E84-426E-40DD-AFC4-6F175D3DCCD1}">
                <a14:hiddenFill xmlns:a14="http://schemas.microsoft.com/office/drawing/2010/main">
                  <a:noFill/>
                </a14:hiddenFill>
              </a:ext>
            </a:extLst>
          </p:spPr>
        </p:cxnSp>
        <p:cxnSp>
          <p:nvCxnSpPr>
            <p:cNvPr id="89" name="直接连接符 140"/>
            <p:cNvCxnSpPr>
              <a:cxnSpLocks noChangeShapeType="1"/>
            </p:cNvCxnSpPr>
            <p:nvPr/>
          </p:nvCxnSpPr>
          <p:spPr bwMode="auto">
            <a:xfrm>
              <a:off x="7602579" y="2262172"/>
              <a:ext cx="476925" cy="0"/>
            </a:xfrm>
            <a:prstGeom prst="line">
              <a:avLst/>
            </a:prstGeom>
            <a:noFill/>
            <a:ln w="44450" algn="ctr">
              <a:solidFill>
                <a:srgbClr val="7030A0"/>
              </a:solidFill>
              <a:prstDash val="dash"/>
              <a:round/>
            </a:ln>
            <a:extLst>
              <a:ext uri="{909E8E84-426E-40DD-AFC4-6F175D3DCCD1}">
                <a14:hiddenFill xmlns:a14="http://schemas.microsoft.com/office/drawing/2010/main">
                  <a:noFill/>
                </a14:hiddenFill>
              </a:ext>
            </a:extLst>
          </p:spPr>
        </p:cxnSp>
      </p:grpSp>
      <p:pic>
        <p:nvPicPr>
          <p:cNvPr id="96" name="图片 95" descr="通用服务器-蓝.png"/>
          <p:cNvPicPr>
            <a:picLocks noChangeAspect="1"/>
          </p:cNvPicPr>
          <p:nvPr/>
        </p:nvPicPr>
        <p:blipFill>
          <a:blip r:embed="rId6" cstate="print"/>
          <a:stretch>
            <a:fillRect/>
          </a:stretch>
        </p:blipFill>
        <p:spPr>
          <a:xfrm>
            <a:off x="3604981" y="1952998"/>
            <a:ext cx="540000" cy="4418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dissolve">
                                      <p:cBhvr>
                                        <p:cTn id="7" dur="5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wipe(up)">
                                      <p:cBhvr>
                                        <p:cTn id="12" dur="500"/>
                                        <p:tgtEl>
                                          <p:spTgt spid="7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73"/>
                                        </p:tgtEl>
                                        <p:attrNameLst>
                                          <p:attrName>style.visibility</p:attrName>
                                        </p:attrNameLst>
                                      </p:cBhvr>
                                      <p:to>
                                        <p:strVal val="visible"/>
                                      </p:to>
                                    </p:set>
                                    <p:animEffect transition="in" filter="dissolve">
                                      <p:cBhvr>
                                        <p:cTn id="16" dur="500"/>
                                        <p:tgtEl>
                                          <p:spTgt spid="7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86"/>
                                        </p:tgtEl>
                                        <p:attrNameLst>
                                          <p:attrName>style.visibility</p:attrName>
                                        </p:attrNameLst>
                                      </p:cBhvr>
                                      <p:to>
                                        <p:strVal val="visible"/>
                                      </p:to>
                                    </p:set>
                                    <p:animEffect transition="in" filter="wipe(down)">
                                      <p:cBhvr>
                                        <p:cTn id="21"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1"/>
          <a:stretch>
            <a:fillRect/>
          </a:stretch>
        </p:blipFill>
        <p:spPr>
          <a:xfrm>
            <a:off x="2618397" y="4225617"/>
            <a:ext cx="6627948" cy="2052299"/>
          </a:xfrm>
          <a:prstGeom prst="rect">
            <a:avLst/>
          </a:prstGeom>
          <a:noFill/>
          <a:ln>
            <a:noFill/>
          </a:ln>
        </p:spPr>
      </p:pic>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r>
              <a:rPr lang="zh-CN" altLang="zh-CN" dirty="0" smtClean="0"/>
              <a:t>案例</a:t>
            </a:r>
            <a:r>
              <a:rPr lang="en-US" altLang="zh-CN" dirty="0" smtClean="0"/>
              <a:t>4-1 VRRP</a:t>
            </a:r>
            <a:r>
              <a:rPr lang="zh-CN" altLang="zh-CN" dirty="0" smtClean="0"/>
              <a:t>基本配置</a:t>
            </a:r>
            <a:endParaRPr lang="en-US" altLang="zh-CN" dirty="0" smtClean="0"/>
          </a:p>
          <a:p>
            <a:pPr lvl="1"/>
            <a:r>
              <a:rPr lang="zh-CN" altLang="zh-CN" dirty="0" smtClean="0"/>
              <a:t>案例背景与要求</a:t>
            </a:r>
            <a:endParaRPr lang="en-US" altLang="zh-CN" dirty="0" smtClean="0"/>
          </a:p>
          <a:p>
            <a:pPr lvl="2"/>
            <a:r>
              <a:rPr lang="zh-CN" altLang="zh-CN" dirty="0" smtClean="0"/>
              <a:t>在企业拓扑环境中，路由器</a:t>
            </a:r>
            <a:r>
              <a:rPr lang="en-US" altLang="zh-CN" dirty="0" smtClean="0"/>
              <a:t>R1</a:t>
            </a:r>
            <a:r>
              <a:rPr lang="zh-CN" altLang="zh-CN" dirty="0" smtClean="0"/>
              <a:t>和</a:t>
            </a:r>
            <a:r>
              <a:rPr lang="en-US" altLang="zh-CN" dirty="0" smtClean="0"/>
              <a:t>R2</a:t>
            </a:r>
            <a:r>
              <a:rPr lang="zh-CN" altLang="zh-CN" dirty="0" smtClean="0"/>
              <a:t>是两台连接企业网关（</a:t>
            </a:r>
            <a:r>
              <a:rPr lang="en-US" altLang="zh-CN" dirty="0" smtClean="0"/>
              <a:t>GW</a:t>
            </a:r>
            <a:r>
              <a:rPr lang="zh-CN" altLang="zh-CN" dirty="0" smtClean="0"/>
              <a:t>）的路由器，</a:t>
            </a:r>
            <a:r>
              <a:rPr lang="en-US" altLang="zh-CN" dirty="0" smtClean="0"/>
              <a:t>GW</a:t>
            </a:r>
            <a:r>
              <a:rPr lang="zh-CN" altLang="zh-CN" dirty="0" smtClean="0"/>
              <a:t>通过</a:t>
            </a:r>
            <a:r>
              <a:rPr lang="en-US" altLang="zh-CN" dirty="0" smtClean="0"/>
              <a:t>ISP</a:t>
            </a:r>
            <a:r>
              <a:rPr lang="zh-CN" altLang="zh-CN" dirty="0" smtClean="0"/>
              <a:t>（服务器提供商）接入</a:t>
            </a:r>
            <a:r>
              <a:rPr lang="en-US" altLang="zh-CN" dirty="0" smtClean="0"/>
              <a:t>Internet</a:t>
            </a:r>
            <a:r>
              <a:rPr lang="zh-CN" altLang="en-US" dirty="0"/>
              <a:t>；</a:t>
            </a:r>
            <a:endParaRPr lang="en-US" altLang="zh-CN" dirty="0" smtClean="0"/>
          </a:p>
          <a:p>
            <a:pPr lvl="2"/>
            <a:r>
              <a:rPr lang="zh-CN" altLang="zh-CN" dirty="0" smtClean="0"/>
              <a:t>企业网要求管理员使用</a:t>
            </a:r>
            <a:r>
              <a:rPr lang="en-US" altLang="zh-CN" dirty="0" smtClean="0"/>
              <a:t>VRRP</a:t>
            </a:r>
            <a:r>
              <a:rPr lang="zh-CN" altLang="zh-CN" dirty="0" smtClean="0"/>
              <a:t>实现路由器</a:t>
            </a:r>
            <a:r>
              <a:rPr lang="en-US" altLang="zh-CN" dirty="0" smtClean="0"/>
              <a:t>R1</a:t>
            </a:r>
            <a:r>
              <a:rPr lang="zh-CN" altLang="zh-CN" dirty="0" smtClean="0"/>
              <a:t>和</a:t>
            </a:r>
            <a:r>
              <a:rPr lang="en-US" altLang="zh-CN" dirty="0" smtClean="0"/>
              <a:t>R2</a:t>
            </a:r>
            <a:r>
              <a:rPr lang="zh-CN" altLang="zh-CN" dirty="0" smtClean="0"/>
              <a:t>做路由备份，提高外网接入的可靠性。在默认情况下，路由器</a:t>
            </a:r>
            <a:r>
              <a:rPr lang="en-US" altLang="zh-CN" dirty="0" smtClean="0"/>
              <a:t>R1</a:t>
            </a:r>
            <a:r>
              <a:rPr lang="zh-CN" altLang="zh-CN" dirty="0" smtClean="0"/>
              <a:t>为主用路由器，路由器</a:t>
            </a:r>
            <a:r>
              <a:rPr lang="en-US" altLang="zh-CN" dirty="0" smtClean="0"/>
              <a:t>R2</a:t>
            </a:r>
            <a:r>
              <a:rPr lang="zh-CN" altLang="zh-CN" dirty="0" smtClean="0"/>
              <a:t>为备用路由器，企业内部用户（如图中的</a:t>
            </a:r>
            <a:r>
              <a:rPr lang="en-US" altLang="zh-CN" dirty="0" smtClean="0"/>
              <a:t>PC10</a:t>
            </a:r>
            <a:r>
              <a:rPr lang="zh-CN" altLang="zh-CN" dirty="0" smtClean="0"/>
              <a:t>）使用虚拟路由器的</a:t>
            </a:r>
            <a:r>
              <a:rPr lang="en-US" altLang="zh-CN" dirty="0" smtClean="0"/>
              <a:t>IP</a:t>
            </a:r>
            <a:r>
              <a:rPr lang="zh-CN" altLang="zh-CN" dirty="0" smtClean="0"/>
              <a:t>地址（</a:t>
            </a:r>
            <a:r>
              <a:rPr lang="en-US" altLang="zh-CN" dirty="0" smtClean="0"/>
              <a:t>10.10.10.254</a:t>
            </a:r>
            <a:r>
              <a:rPr lang="zh-CN" altLang="zh-CN" dirty="0" smtClean="0"/>
              <a:t>）作为网关地址。</a:t>
            </a:r>
            <a:endParaRPr lang="zh-CN" altLang="zh-CN"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1"/>
            <a:r>
              <a:rPr lang="zh-CN" altLang="zh-CN" dirty="0" smtClean="0"/>
              <a:t>接口与地址规划</a:t>
            </a:r>
            <a:endParaRPr lang="en-US" altLang="zh-CN" dirty="0" smtClean="0"/>
          </a:p>
          <a:p>
            <a:endParaRPr lang="en-US" altLang="zh-CN" dirty="0"/>
          </a:p>
        </p:txBody>
      </p:sp>
      <p:graphicFrame>
        <p:nvGraphicFramePr>
          <p:cNvPr id="4" name="表格 3"/>
          <p:cNvGraphicFramePr>
            <a:graphicFrameLocks noGrp="1"/>
          </p:cNvGraphicFramePr>
          <p:nvPr/>
        </p:nvGraphicFramePr>
        <p:xfrm>
          <a:off x="2387481" y="1922123"/>
          <a:ext cx="7460343" cy="4161036"/>
        </p:xfrm>
        <a:graphic>
          <a:graphicData uri="http://schemas.openxmlformats.org/drawingml/2006/table">
            <a:tbl>
              <a:tblPr firstRow="1" firstCol="1" bandRow="1">
                <a:tableStyleId>{ED083AE6-46FA-4A59-8FB0-9F97EB10719F}</a:tableStyleId>
              </a:tblPr>
              <a:tblGrid>
                <a:gridCol w="3703537"/>
                <a:gridCol w="3756806"/>
              </a:tblGrid>
              <a:tr h="378276">
                <a:tc>
                  <a:txBody>
                    <a:bodyPr/>
                    <a:lstStyle/>
                    <a:p>
                      <a:pPr algn="ctr">
                        <a:spcAft>
                          <a:spcPts val="0"/>
                        </a:spcAft>
                      </a:pPr>
                      <a:r>
                        <a:rPr lang="zh-CN" sz="1600" b="1" kern="100" dirty="0">
                          <a:effectLst/>
                          <a:latin typeface="宋体" panose="02010600030101010101" pitchFamily="2" charset="-122"/>
                          <a:ea typeface="宋体" panose="02010600030101010101" pitchFamily="2" charset="-122"/>
                        </a:rPr>
                        <a:t>设备接口 </a:t>
                      </a:r>
                      <a:endParaRPr lang="zh-CN" sz="1600" b="1"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1" kern="100" dirty="0">
                          <a:effectLst/>
                          <a:latin typeface="宋体" panose="02010600030101010101" pitchFamily="2" charset="-122"/>
                          <a:ea typeface="宋体" panose="02010600030101010101" pitchFamily="2" charset="-122"/>
                        </a:rPr>
                        <a:t>IP</a:t>
                      </a:r>
                      <a:r>
                        <a:rPr lang="zh-CN" sz="1600" b="1" kern="100" dirty="0">
                          <a:effectLst/>
                          <a:latin typeface="宋体" panose="02010600030101010101" pitchFamily="2" charset="-122"/>
                          <a:ea typeface="宋体" panose="02010600030101010101" pitchFamily="2" charset="-122"/>
                        </a:rPr>
                        <a:t>地址</a:t>
                      </a:r>
                      <a:endParaRPr lang="zh-CN" sz="1600" b="1"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r h="378276">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VRRP</a:t>
                      </a:r>
                      <a:r>
                        <a:rPr lang="zh-CN" sz="1600" b="0" kern="100" dirty="0">
                          <a:effectLst/>
                          <a:latin typeface="宋体" panose="02010600030101010101" pitchFamily="2" charset="-122"/>
                          <a:ea typeface="宋体" panose="02010600030101010101" pitchFamily="2" charset="-122"/>
                        </a:rPr>
                        <a:t>虚拟路由器</a:t>
                      </a:r>
                      <a:r>
                        <a:rPr lang="en-US" sz="1600" b="0" kern="100" dirty="0">
                          <a:effectLst/>
                          <a:latin typeface="宋体" panose="02010600030101010101" pitchFamily="2" charset="-122"/>
                          <a:ea typeface="宋体" panose="02010600030101010101" pitchFamily="2" charset="-122"/>
                        </a:rPr>
                        <a:t>VRID 10</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10.1.1.254/24</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r h="378276">
                <a:tc>
                  <a:txBody>
                    <a:bodyPr/>
                    <a:lstStyle/>
                    <a:p>
                      <a:pPr algn="ctr">
                        <a:spcAft>
                          <a:spcPts val="0"/>
                        </a:spcAft>
                      </a:pPr>
                      <a:r>
                        <a:rPr lang="zh-CN" sz="1600" b="0" kern="100" dirty="0">
                          <a:effectLst/>
                          <a:latin typeface="宋体" panose="02010600030101010101" pitchFamily="2" charset="-122"/>
                          <a:ea typeface="宋体" panose="02010600030101010101" pitchFamily="2" charset="-122"/>
                        </a:rPr>
                        <a:t>路由器</a:t>
                      </a:r>
                      <a:r>
                        <a:rPr lang="en-US" sz="1600" b="0" kern="100" dirty="0">
                          <a:effectLst/>
                          <a:latin typeface="宋体" panose="02010600030101010101" pitchFamily="2" charset="-122"/>
                          <a:ea typeface="宋体" panose="02010600030101010101" pitchFamily="2" charset="-122"/>
                        </a:rPr>
                        <a:t>R1</a:t>
                      </a:r>
                      <a:r>
                        <a:rPr lang="zh-CN" sz="1600" b="0" kern="100" dirty="0">
                          <a:effectLst/>
                          <a:latin typeface="宋体" panose="02010600030101010101" pitchFamily="2" charset="-122"/>
                          <a:ea typeface="宋体" panose="02010600030101010101" pitchFamily="2" charset="-122"/>
                        </a:rPr>
                        <a:t>接口</a:t>
                      </a:r>
                      <a:r>
                        <a:rPr lang="en-US" sz="1600" b="0" kern="100" dirty="0">
                          <a:effectLst/>
                          <a:latin typeface="宋体" panose="02010600030101010101" pitchFamily="2" charset="-122"/>
                          <a:ea typeface="宋体" panose="02010600030101010101" pitchFamily="2" charset="-122"/>
                        </a:rPr>
                        <a:t>G0/0/0</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10.1.1.251/24</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r h="378276">
                <a:tc>
                  <a:txBody>
                    <a:bodyPr/>
                    <a:lstStyle/>
                    <a:p>
                      <a:pPr algn="ctr">
                        <a:spcAft>
                          <a:spcPts val="0"/>
                        </a:spcAft>
                      </a:pPr>
                      <a:r>
                        <a:rPr lang="zh-CN" sz="1600" b="0" kern="100" dirty="0">
                          <a:effectLst/>
                          <a:latin typeface="宋体" panose="02010600030101010101" pitchFamily="2" charset="-122"/>
                          <a:ea typeface="宋体" panose="02010600030101010101" pitchFamily="2" charset="-122"/>
                        </a:rPr>
                        <a:t>路由器</a:t>
                      </a:r>
                      <a:r>
                        <a:rPr lang="en-US" sz="1600" b="0" kern="100" dirty="0">
                          <a:effectLst/>
                          <a:latin typeface="宋体" panose="02010600030101010101" pitchFamily="2" charset="-122"/>
                          <a:ea typeface="宋体" panose="02010600030101010101" pitchFamily="2" charset="-122"/>
                        </a:rPr>
                        <a:t>R1</a:t>
                      </a:r>
                      <a:r>
                        <a:rPr lang="zh-CN" sz="1600" b="0" kern="100" dirty="0">
                          <a:effectLst/>
                          <a:latin typeface="宋体" panose="02010600030101010101" pitchFamily="2" charset="-122"/>
                          <a:ea typeface="宋体" panose="02010600030101010101" pitchFamily="2" charset="-122"/>
                        </a:rPr>
                        <a:t>接口</a:t>
                      </a:r>
                      <a:r>
                        <a:rPr lang="en-US" sz="1600" b="0" kern="100" dirty="0">
                          <a:effectLst/>
                          <a:latin typeface="宋体" panose="02010600030101010101" pitchFamily="2" charset="-122"/>
                          <a:ea typeface="宋体" panose="02010600030101010101" pitchFamily="2" charset="-122"/>
                        </a:rPr>
                        <a:t>G0/0/1</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1.1.1.1/30</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r h="378276">
                <a:tc>
                  <a:txBody>
                    <a:bodyPr/>
                    <a:lstStyle/>
                    <a:p>
                      <a:pPr algn="ctr">
                        <a:spcAft>
                          <a:spcPts val="0"/>
                        </a:spcAft>
                      </a:pPr>
                      <a:r>
                        <a:rPr lang="zh-CN" sz="1600" b="0" kern="100" dirty="0">
                          <a:effectLst/>
                          <a:latin typeface="宋体" panose="02010600030101010101" pitchFamily="2" charset="-122"/>
                          <a:ea typeface="宋体" panose="02010600030101010101" pitchFamily="2" charset="-122"/>
                        </a:rPr>
                        <a:t>路由器</a:t>
                      </a:r>
                      <a:r>
                        <a:rPr lang="en-US" sz="1600" b="0" kern="100" dirty="0">
                          <a:effectLst/>
                          <a:latin typeface="宋体" panose="02010600030101010101" pitchFamily="2" charset="-122"/>
                          <a:ea typeface="宋体" panose="02010600030101010101" pitchFamily="2" charset="-122"/>
                        </a:rPr>
                        <a:t>R2</a:t>
                      </a:r>
                      <a:r>
                        <a:rPr lang="zh-CN" sz="1600" b="0" kern="100" dirty="0">
                          <a:effectLst/>
                          <a:latin typeface="宋体" panose="02010600030101010101" pitchFamily="2" charset="-122"/>
                          <a:ea typeface="宋体" panose="02010600030101010101" pitchFamily="2" charset="-122"/>
                        </a:rPr>
                        <a:t>接口</a:t>
                      </a:r>
                      <a:r>
                        <a:rPr lang="en-US" sz="1600" b="0" kern="100" dirty="0">
                          <a:effectLst/>
                          <a:latin typeface="宋体" panose="02010600030101010101" pitchFamily="2" charset="-122"/>
                          <a:ea typeface="宋体" panose="02010600030101010101" pitchFamily="2" charset="-122"/>
                        </a:rPr>
                        <a:t>G0/0/0</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10.1.1.252/24</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r h="378276">
                <a:tc>
                  <a:txBody>
                    <a:bodyPr/>
                    <a:lstStyle/>
                    <a:p>
                      <a:pPr algn="ctr">
                        <a:spcAft>
                          <a:spcPts val="0"/>
                        </a:spcAft>
                      </a:pPr>
                      <a:r>
                        <a:rPr lang="zh-CN" sz="1600" b="0" kern="100">
                          <a:effectLst/>
                          <a:latin typeface="宋体" panose="02010600030101010101" pitchFamily="2" charset="-122"/>
                          <a:ea typeface="宋体" panose="02010600030101010101" pitchFamily="2" charset="-122"/>
                        </a:rPr>
                        <a:t>路由器</a:t>
                      </a:r>
                      <a:r>
                        <a:rPr lang="en-US" sz="1600" b="0" kern="100">
                          <a:effectLst/>
                          <a:latin typeface="宋体" panose="02010600030101010101" pitchFamily="2" charset="-122"/>
                          <a:ea typeface="宋体" panose="02010600030101010101" pitchFamily="2" charset="-122"/>
                        </a:rPr>
                        <a:t>R2</a:t>
                      </a:r>
                      <a:r>
                        <a:rPr lang="zh-CN" sz="1600" b="0" kern="100">
                          <a:effectLst/>
                          <a:latin typeface="宋体" panose="02010600030101010101" pitchFamily="2" charset="-122"/>
                          <a:ea typeface="宋体" panose="02010600030101010101" pitchFamily="2" charset="-122"/>
                        </a:rPr>
                        <a:t>接口</a:t>
                      </a:r>
                      <a:r>
                        <a:rPr lang="en-US" sz="1600" b="0" kern="100">
                          <a:effectLst/>
                          <a:latin typeface="宋体" panose="02010600030101010101" pitchFamily="2" charset="-122"/>
                          <a:ea typeface="宋体" panose="02010600030101010101" pitchFamily="2" charset="-122"/>
                        </a:rPr>
                        <a:t>G0/0/1</a:t>
                      </a:r>
                      <a:endParaRPr lang="zh-CN" sz="1600" b="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2.1.1.1/30</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r h="378276">
                <a:tc>
                  <a:txBody>
                    <a:bodyPr/>
                    <a:lstStyle/>
                    <a:p>
                      <a:pPr algn="ctr">
                        <a:spcAft>
                          <a:spcPts val="0"/>
                        </a:spcAft>
                      </a:pPr>
                      <a:r>
                        <a:rPr lang="en-US" sz="1600" b="0" kern="100">
                          <a:effectLst/>
                          <a:latin typeface="宋体" panose="02010600030101010101" pitchFamily="2" charset="-122"/>
                          <a:ea typeface="宋体" panose="02010600030101010101" pitchFamily="2" charset="-122"/>
                        </a:rPr>
                        <a:t>PC10 IP</a:t>
                      </a:r>
                      <a:r>
                        <a:rPr lang="zh-CN" sz="1600" b="0" kern="100">
                          <a:effectLst/>
                          <a:latin typeface="宋体" panose="02010600030101010101" pitchFamily="2" charset="-122"/>
                          <a:ea typeface="宋体" panose="02010600030101010101" pitchFamily="2" charset="-122"/>
                        </a:rPr>
                        <a:t>地址</a:t>
                      </a:r>
                      <a:endParaRPr lang="zh-CN" sz="1600" b="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10.1.1.10/24</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r h="378276">
                <a:tc>
                  <a:txBody>
                    <a:bodyPr/>
                    <a:lstStyle/>
                    <a:p>
                      <a:pPr algn="ctr">
                        <a:spcAft>
                          <a:spcPts val="0"/>
                        </a:spcAft>
                      </a:pPr>
                      <a:r>
                        <a:rPr lang="en-US" sz="1600" b="0" kern="100">
                          <a:effectLst/>
                          <a:latin typeface="宋体" panose="02010600030101010101" pitchFamily="2" charset="-122"/>
                          <a:ea typeface="宋体" panose="02010600030101010101" pitchFamily="2" charset="-122"/>
                        </a:rPr>
                        <a:t>PC10 </a:t>
                      </a:r>
                      <a:r>
                        <a:rPr lang="zh-CN" sz="1600" b="0" kern="100">
                          <a:effectLst/>
                          <a:latin typeface="宋体" panose="02010600030101010101" pitchFamily="2" charset="-122"/>
                          <a:ea typeface="宋体" panose="02010600030101010101" pitchFamily="2" charset="-122"/>
                        </a:rPr>
                        <a:t>网关地址</a:t>
                      </a:r>
                      <a:endParaRPr lang="zh-CN" sz="1600" b="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10.1.1.254</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r h="378276">
                <a:tc>
                  <a:txBody>
                    <a:bodyPr/>
                    <a:lstStyle/>
                    <a:p>
                      <a:pPr algn="ctr">
                        <a:spcAft>
                          <a:spcPts val="0"/>
                        </a:spcAft>
                      </a:pPr>
                      <a:r>
                        <a:rPr lang="en-US" sz="1600" b="0" kern="100">
                          <a:effectLst/>
                          <a:latin typeface="宋体" panose="02010600030101010101" pitchFamily="2" charset="-122"/>
                          <a:ea typeface="宋体" panose="02010600030101010101" pitchFamily="2" charset="-122"/>
                        </a:rPr>
                        <a:t>GW</a:t>
                      </a:r>
                      <a:r>
                        <a:rPr lang="zh-CN" sz="1600" b="0" kern="100">
                          <a:effectLst/>
                          <a:latin typeface="宋体" panose="02010600030101010101" pitchFamily="2" charset="-122"/>
                          <a:ea typeface="宋体" panose="02010600030101010101" pitchFamily="2" charset="-122"/>
                        </a:rPr>
                        <a:t>与路由器</a:t>
                      </a:r>
                      <a:r>
                        <a:rPr lang="en-US" sz="1600" b="0" kern="100">
                          <a:effectLst/>
                          <a:latin typeface="宋体" panose="02010600030101010101" pitchFamily="2" charset="-122"/>
                          <a:ea typeface="宋体" panose="02010600030101010101" pitchFamily="2" charset="-122"/>
                        </a:rPr>
                        <a:t>R1</a:t>
                      </a:r>
                      <a:r>
                        <a:rPr lang="zh-CN" sz="1600" b="0" kern="100">
                          <a:effectLst/>
                          <a:latin typeface="宋体" panose="02010600030101010101" pitchFamily="2" charset="-122"/>
                          <a:ea typeface="宋体" panose="02010600030101010101" pitchFamily="2" charset="-122"/>
                        </a:rPr>
                        <a:t>相连接口</a:t>
                      </a:r>
                      <a:endParaRPr lang="zh-CN" sz="1600" b="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1.1.1.2/30</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r h="378276">
                <a:tc>
                  <a:txBody>
                    <a:bodyPr/>
                    <a:lstStyle/>
                    <a:p>
                      <a:pPr algn="ctr">
                        <a:spcAft>
                          <a:spcPts val="0"/>
                        </a:spcAft>
                      </a:pPr>
                      <a:r>
                        <a:rPr lang="en-US" sz="1600" b="0" kern="100">
                          <a:effectLst/>
                          <a:latin typeface="宋体" panose="02010600030101010101" pitchFamily="2" charset="-122"/>
                          <a:ea typeface="宋体" panose="02010600030101010101" pitchFamily="2" charset="-122"/>
                        </a:rPr>
                        <a:t>GW</a:t>
                      </a:r>
                      <a:r>
                        <a:rPr lang="zh-CN" sz="1600" b="0" kern="100">
                          <a:effectLst/>
                          <a:latin typeface="宋体" panose="02010600030101010101" pitchFamily="2" charset="-122"/>
                          <a:ea typeface="宋体" panose="02010600030101010101" pitchFamily="2" charset="-122"/>
                        </a:rPr>
                        <a:t>与路由器</a:t>
                      </a:r>
                      <a:r>
                        <a:rPr lang="en-US" sz="1600" b="0" kern="100">
                          <a:effectLst/>
                          <a:latin typeface="宋体" panose="02010600030101010101" pitchFamily="2" charset="-122"/>
                          <a:ea typeface="宋体" panose="02010600030101010101" pitchFamily="2" charset="-122"/>
                        </a:rPr>
                        <a:t>R2</a:t>
                      </a:r>
                      <a:r>
                        <a:rPr lang="zh-CN" sz="1600" b="0" kern="100">
                          <a:effectLst/>
                          <a:latin typeface="宋体" panose="02010600030101010101" pitchFamily="2" charset="-122"/>
                          <a:ea typeface="宋体" panose="02010600030101010101" pitchFamily="2" charset="-122"/>
                        </a:rPr>
                        <a:t>相连接口</a:t>
                      </a:r>
                      <a:endParaRPr lang="zh-CN" sz="1600" b="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2.1.1.2/30</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r h="378276">
                <a:tc>
                  <a:txBody>
                    <a:bodyPr/>
                    <a:lstStyle/>
                    <a:p>
                      <a:pPr algn="ctr">
                        <a:spcAft>
                          <a:spcPts val="0"/>
                        </a:spcAft>
                      </a:pPr>
                      <a:r>
                        <a:rPr lang="zh-CN" sz="1600" b="0" kern="100">
                          <a:effectLst/>
                          <a:latin typeface="宋体" panose="02010600030101010101" pitchFamily="2" charset="-122"/>
                          <a:ea typeface="宋体" panose="02010600030101010101" pitchFamily="2" charset="-122"/>
                        </a:rPr>
                        <a:t>模拟</a:t>
                      </a:r>
                      <a:r>
                        <a:rPr lang="en-US" sz="1600" b="0" kern="100">
                          <a:effectLst/>
                          <a:latin typeface="宋体" panose="02010600030101010101" pitchFamily="2" charset="-122"/>
                          <a:ea typeface="宋体" panose="02010600030101010101" pitchFamily="2" charset="-122"/>
                        </a:rPr>
                        <a:t>Internet</a:t>
                      </a:r>
                      <a:r>
                        <a:rPr lang="zh-CN" sz="1600" b="0" kern="100">
                          <a:effectLst/>
                          <a:latin typeface="宋体" panose="02010600030101010101" pitchFamily="2" charset="-122"/>
                          <a:ea typeface="宋体" panose="02010600030101010101" pitchFamily="2" charset="-122"/>
                        </a:rPr>
                        <a:t>设备</a:t>
                      </a:r>
                      <a:endParaRPr lang="zh-CN" sz="1600" b="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1600" b="0" kern="100" dirty="0">
                          <a:effectLst/>
                          <a:latin typeface="宋体" panose="02010600030101010101" pitchFamily="2" charset="-122"/>
                          <a:ea typeface="宋体" panose="02010600030101010101" pitchFamily="2" charset="-122"/>
                        </a:rPr>
                        <a:t>172.16.1.1</a:t>
                      </a:r>
                      <a:endParaRPr lang="zh-CN" sz="16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1"/>
            <a:r>
              <a:rPr lang="zh-CN" altLang="zh-CN" dirty="0" smtClean="0"/>
              <a:t>案例配置过程</a:t>
            </a:r>
            <a:endParaRPr lang="en-US" altLang="zh-CN" dirty="0" smtClean="0"/>
          </a:p>
          <a:p>
            <a:pPr lvl="2"/>
            <a:r>
              <a:rPr lang="zh-CN" altLang="zh-CN" dirty="0" smtClean="0"/>
              <a:t>在路由器接口添加</a:t>
            </a:r>
            <a:r>
              <a:rPr lang="en-US" altLang="zh-CN" dirty="0" smtClean="0"/>
              <a:t>VRRP</a:t>
            </a:r>
            <a:r>
              <a:rPr lang="zh-CN" altLang="zh-CN" dirty="0" smtClean="0"/>
              <a:t>配置</a:t>
            </a:r>
            <a:endParaRPr lang="zh-CN" altLang="en-US" dirty="0" smtClean="0"/>
          </a:p>
          <a:p>
            <a:endParaRPr lang="en-US" altLang="zh-CN" dirty="0" smtClean="0"/>
          </a:p>
          <a:p>
            <a:endParaRPr lang="en-US" altLang="zh-CN" dirty="0" smtClean="0"/>
          </a:p>
          <a:p>
            <a:endParaRPr lang="en-US" altLang="zh-CN" dirty="0"/>
          </a:p>
        </p:txBody>
      </p:sp>
      <p:graphicFrame>
        <p:nvGraphicFramePr>
          <p:cNvPr id="8" name="表格 7"/>
          <p:cNvGraphicFramePr>
            <a:graphicFrameLocks noGrp="1"/>
          </p:cNvGraphicFramePr>
          <p:nvPr/>
        </p:nvGraphicFramePr>
        <p:xfrm>
          <a:off x="935380" y="2864491"/>
          <a:ext cx="10360800" cy="2326187"/>
        </p:xfrm>
        <a:graphic>
          <a:graphicData uri="http://schemas.openxmlformats.org/drawingml/2006/table">
            <a:tbl>
              <a:tblPr firstRow="1" firstCol="1" bandRow="1"/>
              <a:tblGrid>
                <a:gridCol w="10360800"/>
              </a:tblGrid>
              <a:tr h="2326187">
                <a:tc>
                  <a:txBody>
                    <a:bodyPr/>
                    <a:lstStyle/>
                    <a:p>
                      <a:pPr indent="266700" algn="l">
                        <a:spcAft>
                          <a:spcPts val="0"/>
                        </a:spcAft>
                      </a:pPr>
                      <a:r>
                        <a:rPr lang="en-US" altLang="zh-CN" sz="2000" kern="100" dirty="0">
                          <a:effectLst/>
                          <a:latin typeface="宋体" panose="02010600030101010101" pitchFamily="2" charset="-122"/>
                          <a:ea typeface="宋体" panose="02010600030101010101" pitchFamily="2" charset="-122"/>
                        </a:rPr>
                        <a:t>[R1]interface g0/0/0</a:t>
                      </a:r>
                      <a:endParaRPr lang="zh-CN" altLang="zh-CN" sz="2000" kern="100" dirty="0">
                        <a:effectLst/>
                        <a:latin typeface="宋体" panose="02010600030101010101" pitchFamily="2" charset="-122"/>
                        <a:ea typeface="宋体" panose="02010600030101010101" pitchFamily="2" charset="-122"/>
                      </a:endParaRPr>
                    </a:p>
                    <a:p>
                      <a:pPr indent="266700" algn="l">
                        <a:spcAft>
                          <a:spcPts val="0"/>
                        </a:spcAft>
                      </a:pPr>
                      <a:r>
                        <a:rPr lang="en-US" altLang="zh-CN" sz="2000" kern="100" dirty="0">
                          <a:effectLst/>
                          <a:latin typeface="宋体" panose="02010600030101010101" pitchFamily="2" charset="-122"/>
                          <a:ea typeface="宋体" panose="02010600030101010101" pitchFamily="2" charset="-122"/>
                        </a:rPr>
                        <a:t>[R1-GigabitEthernet0/0/0]</a:t>
                      </a:r>
                      <a:r>
                        <a:rPr lang="en-US" altLang="zh-CN" sz="2000" kern="100" dirty="0" err="1">
                          <a:effectLst/>
                          <a:latin typeface="宋体" panose="02010600030101010101" pitchFamily="2" charset="-122"/>
                          <a:ea typeface="宋体" panose="02010600030101010101" pitchFamily="2" charset="-122"/>
                        </a:rPr>
                        <a:t>vrrp</a:t>
                      </a:r>
                      <a:r>
                        <a:rPr lang="en-US" altLang="zh-CN" sz="2000" kern="100" dirty="0">
                          <a:effectLst/>
                          <a:latin typeface="宋体" panose="02010600030101010101" pitchFamily="2" charset="-122"/>
                          <a:ea typeface="宋体" panose="02010600030101010101" pitchFamily="2" charset="-122"/>
                        </a:rPr>
                        <a:t> </a:t>
                      </a:r>
                      <a:r>
                        <a:rPr lang="en-US" altLang="zh-CN" sz="2000" kern="100" dirty="0" err="1">
                          <a:effectLst/>
                          <a:latin typeface="宋体" panose="02010600030101010101" pitchFamily="2" charset="-122"/>
                          <a:ea typeface="宋体" panose="02010600030101010101" pitchFamily="2" charset="-122"/>
                        </a:rPr>
                        <a:t>vrid</a:t>
                      </a:r>
                      <a:r>
                        <a:rPr lang="en-US" altLang="zh-CN" sz="2000" kern="100" dirty="0">
                          <a:effectLst/>
                          <a:latin typeface="宋体" panose="02010600030101010101" pitchFamily="2" charset="-122"/>
                          <a:ea typeface="宋体" panose="02010600030101010101" pitchFamily="2" charset="-122"/>
                        </a:rPr>
                        <a:t> 10 virtual-</a:t>
                      </a:r>
                      <a:r>
                        <a:rPr lang="en-US" altLang="zh-CN" sz="2000" kern="100" dirty="0" err="1">
                          <a:effectLst/>
                          <a:latin typeface="宋体" panose="02010600030101010101" pitchFamily="2" charset="-122"/>
                          <a:ea typeface="宋体" panose="02010600030101010101" pitchFamily="2" charset="-122"/>
                        </a:rPr>
                        <a:t>ip</a:t>
                      </a:r>
                      <a:r>
                        <a:rPr lang="en-US" altLang="zh-CN" sz="2000" kern="100" dirty="0">
                          <a:effectLst/>
                          <a:latin typeface="宋体" panose="02010600030101010101" pitchFamily="2" charset="-122"/>
                          <a:ea typeface="宋体" panose="02010600030101010101" pitchFamily="2" charset="-122"/>
                        </a:rPr>
                        <a:t> 10.1.1.254</a:t>
                      </a:r>
                      <a:endParaRPr lang="zh-CN" altLang="zh-CN" sz="2000" kern="100" dirty="0">
                        <a:effectLst/>
                        <a:latin typeface="宋体" panose="02010600030101010101" pitchFamily="2" charset="-122"/>
                        <a:ea typeface="宋体" panose="02010600030101010101" pitchFamily="2" charset="-122"/>
                      </a:endParaRPr>
                    </a:p>
                    <a:p>
                      <a:pPr indent="266700" algn="l">
                        <a:spcAft>
                          <a:spcPts val="0"/>
                        </a:spcAft>
                      </a:pPr>
                      <a:r>
                        <a:rPr lang="en-US" altLang="zh-CN" sz="2000" kern="100" dirty="0">
                          <a:effectLst/>
                          <a:latin typeface="宋体" panose="02010600030101010101" pitchFamily="2" charset="-122"/>
                          <a:ea typeface="宋体" panose="02010600030101010101" pitchFamily="2" charset="-122"/>
                        </a:rPr>
                        <a:t>[R1-GignbitEthernet0/0/0]</a:t>
                      </a:r>
                      <a:r>
                        <a:rPr lang="en-US" altLang="zh-CN" sz="2000" kern="100" dirty="0" err="1">
                          <a:effectLst/>
                          <a:latin typeface="宋体" panose="02010600030101010101" pitchFamily="2" charset="-122"/>
                          <a:ea typeface="宋体" panose="02010600030101010101" pitchFamily="2" charset="-122"/>
                        </a:rPr>
                        <a:t>vrrp</a:t>
                      </a:r>
                      <a:r>
                        <a:rPr lang="en-US" altLang="zh-CN" sz="2000" kern="100" dirty="0">
                          <a:effectLst/>
                          <a:latin typeface="宋体" panose="02010600030101010101" pitchFamily="2" charset="-122"/>
                          <a:ea typeface="宋体" panose="02010600030101010101" pitchFamily="2" charset="-122"/>
                        </a:rPr>
                        <a:t> </a:t>
                      </a:r>
                      <a:r>
                        <a:rPr lang="en-US" altLang="zh-CN" sz="2000" kern="100" dirty="0" err="1">
                          <a:effectLst/>
                          <a:latin typeface="宋体" panose="02010600030101010101" pitchFamily="2" charset="-122"/>
                          <a:ea typeface="宋体" panose="02010600030101010101" pitchFamily="2" charset="-122"/>
                        </a:rPr>
                        <a:t>vrid</a:t>
                      </a:r>
                      <a:r>
                        <a:rPr lang="en-US" altLang="zh-CN" sz="2000" kern="100" dirty="0">
                          <a:effectLst/>
                          <a:latin typeface="宋体" panose="02010600030101010101" pitchFamily="2" charset="-122"/>
                          <a:ea typeface="宋体" panose="02010600030101010101" pitchFamily="2" charset="-122"/>
                        </a:rPr>
                        <a:t> 10 priority 150</a:t>
                      </a:r>
                      <a:endParaRPr lang="zh-CN" altLang="zh-CN" sz="2000" kern="100" dirty="0">
                        <a:effectLst/>
                        <a:latin typeface="宋体" panose="02010600030101010101" pitchFamily="2" charset="-122"/>
                        <a:ea typeface="宋体" panose="02010600030101010101" pitchFamily="2" charset="-122"/>
                      </a:endParaRPr>
                    </a:p>
                    <a:p>
                      <a:pPr indent="266700" algn="l">
                        <a:spcAft>
                          <a:spcPts val="0"/>
                        </a:spcAft>
                      </a:pPr>
                      <a:endParaRPr lang="en-US" altLang="zh-CN" sz="2000" kern="100" dirty="0" smtClean="0">
                        <a:effectLst/>
                        <a:latin typeface="宋体" panose="02010600030101010101" pitchFamily="2" charset="-122"/>
                        <a:ea typeface="宋体" panose="02010600030101010101" pitchFamily="2" charset="-122"/>
                      </a:endParaRPr>
                    </a:p>
                    <a:p>
                      <a:pPr indent="266700" algn="l">
                        <a:spcAft>
                          <a:spcPts val="0"/>
                        </a:spcAft>
                      </a:pPr>
                      <a:endParaRPr lang="en-US" altLang="zh-CN" sz="2000" kern="100" dirty="0" smtClean="0">
                        <a:effectLst/>
                        <a:latin typeface="宋体" panose="02010600030101010101" pitchFamily="2" charset="-122"/>
                        <a:ea typeface="宋体" panose="02010600030101010101" pitchFamily="2" charset="-122"/>
                      </a:endParaRPr>
                    </a:p>
                    <a:p>
                      <a:pPr indent="266700" algn="l">
                        <a:spcAft>
                          <a:spcPts val="0"/>
                        </a:spcAft>
                      </a:pPr>
                      <a:r>
                        <a:rPr lang="en-US" altLang="zh-CN" sz="2000" kern="100" dirty="0" smtClean="0">
                          <a:effectLst/>
                          <a:latin typeface="宋体" panose="02010600030101010101" pitchFamily="2" charset="-122"/>
                          <a:ea typeface="宋体" panose="02010600030101010101" pitchFamily="2" charset="-122"/>
                        </a:rPr>
                        <a:t>[</a:t>
                      </a:r>
                      <a:r>
                        <a:rPr lang="en-US" altLang="zh-CN" sz="2000" kern="100" dirty="0">
                          <a:effectLst/>
                          <a:latin typeface="宋体" panose="02010600030101010101" pitchFamily="2" charset="-122"/>
                          <a:ea typeface="宋体" panose="02010600030101010101" pitchFamily="2" charset="-122"/>
                        </a:rPr>
                        <a:t>R2]interface g0/0/0</a:t>
                      </a:r>
                      <a:endParaRPr lang="zh-CN" altLang="zh-CN" sz="2000" kern="100" dirty="0">
                        <a:effectLst/>
                        <a:latin typeface="宋体" panose="02010600030101010101" pitchFamily="2" charset="-122"/>
                        <a:ea typeface="宋体" panose="02010600030101010101" pitchFamily="2" charset="-122"/>
                      </a:endParaRPr>
                    </a:p>
                    <a:p>
                      <a:pPr indent="266700" algn="l">
                        <a:spcAft>
                          <a:spcPts val="0"/>
                        </a:spcAft>
                      </a:pPr>
                      <a:r>
                        <a:rPr lang="en-US" altLang="zh-CN" sz="2000" kern="100" dirty="0">
                          <a:effectLst/>
                          <a:latin typeface="宋体" panose="02010600030101010101" pitchFamily="2" charset="-122"/>
                          <a:ea typeface="宋体" panose="02010600030101010101" pitchFamily="2" charset="-122"/>
                        </a:rPr>
                        <a:t>[R2-GigahitEthernet0/0/0]</a:t>
                      </a:r>
                      <a:r>
                        <a:rPr lang="en-US" altLang="zh-CN" sz="2000" kern="100" dirty="0" err="1">
                          <a:effectLst/>
                          <a:latin typeface="宋体" panose="02010600030101010101" pitchFamily="2" charset="-122"/>
                          <a:ea typeface="宋体" panose="02010600030101010101" pitchFamily="2" charset="-122"/>
                        </a:rPr>
                        <a:t>vrrp</a:t>
                      </a:r>
                      <a:r>
                        <a:rPr lang="en-US" altLang="zh-CN" sz="2000" kern="100" dirty="0">
                          <a:effectLst/>
                          <a:latin typeface="宋体" panose="02010600030101010101" pitchFamily="2" charset="-122"/>
                          <a:ea typeface="宋体" panose="02010600030101010101" pitchFamily="2" charset="-122"/>
                        </a:rPr>
                        <a:t> </a:t>
                      </a:r>
                      <a:r>
                        <a:rPr lang="en-US" altLang="zh-CN" sz="2000" kern="100" dirty="0" err="1">
                          <a:effectLst/>
                          <a:latin typeface="宋体" panose="02010600030101010101" pitchFamily="2" charset="-122"/>
                          <a:ea typeface="宋体" panose="02010600030101010101" pitchFamily="2" charset="-122"/>
                        </a:rPr>
                        <a:t>vrid</a:t>
                      </a:r>
                      <a:r>
                        <a:rPr lang="en-US" altLang="zh-CN" sz="2000" kern="100" dirty="0">
                          <a:effectLst/>
                          <a:latin typeface="宋体" panose="02010600030101010101" pitchFamily="2" charset="-122"/>
                          <a:ea typeface="宋体" panose="02010600030101010101" pitchFamily="2" charset="-122"/>
                        </a:rPr>
                        <a:t> 10 virtual-</a:t>
                      </a:r>
                      <a:r>
                        <a:rPr lang="en-US" altLang="zh-CN" sz="2000" kern="100" dirty="0" err="1">
                          <a:effectLst/>
                          <a:latin typeface="宋体" panose="02010600030101010101" pitchFamily="2" charset="-122"/>
                          <a:ea typeface="宋体" panose="02010600030101010101" pitchFamily="2" charset="-122"/>
                        </a:rPr>
                        <a:t>ip</a:t>
                      </a:r>
                      <a:r>
                        <a:rPr lang="en-US" altLang="zh-CN" sz="2000" kern="100" dirty="0">
                          <a:effectLst/>
                          <a:latin typeface="宋体" panose="02010600030101010101" pitchFamily="2" charset="-122"/>
                          <a:ea typeface="宋体" panose="02010600030101010101" pitchFamily="2" charset="-122"/>
                        </a:rPr>
                        <a:t> 10.1.1.254</a:t>
                      </a:r>
                      <a:endParaRPr lang="zh-CN" altLang="zh-CN" sz="20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sp>
        <p:nvSpPr>
          <p:cNvPr id="5" name="AutoShape 66"/>
          <p:cNvSpPr>
            <a:spLocks noChangeArrowheads="1"/>
          </p:cNvSpPr>
          <p:nvPr/>
        </p:nvSpPr>
        <p:spPr bwMode="auto">
          <a:xfrm>
            <a:off x="4355256" y="2303011"/>
            <a:ext cx="1752600" cy="730250"/>
          </a:xfrm>
          <a:prstGeom prst="wedgeRoundRectCallout">
            <a:avLst>
              <a:gd name="adj1" fmla="val -3919"/>
              <a:gd name="adj2" fmla="val 93098"/>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指定了</a:t>
            </a:r>
            <a:r>
              <a:rPr lang="en-US" altLang="zh-CN" sz="1600" dirty="0">
                <a:latin typeface="Huawei Sans" panose="020C0503030203020204" pitchFamily="34" charset="0"/>
                <a:ea typeface="方正兰亭黑简体" panose="02000000000000000000" pitchFamily="2" charset="-122"/>
              </a:rPr>
              <a:t>VRRP</a:t>
            </a:r>
            <a:r>
              <a:rPr lang="zh-CN" altLang="zh-CN" sz="1600" dirty="0">
                <a:latin typeface="Huawei Sans" panose="020C0503030203020204" pitchFamily="34" charset="0"/>
                <a:ea typeface="方正兰亭黑简体" panose="02000000000000000000" pitchFamily="2" charset="-122"/>
              </a:rPr>
              <a:t>备份组为</a:t>
            </a:r>
            <a:r>
              <a:rPr lang="en-US" altLang="zh-CN" sz="1600" dirty="0">
                <a:latin typeface="Huawei Sans" panose="020C0503030203020204" pitchFamily="34" charset="0"/>
                <a:ea typeface="方正兰亭黑简体" panose="02000000000000000000" pitchFamily="2" charset="-122"/>
              </a:rPr>
              <a:t>VRID 10</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6" name="AutoShape 66"/>
          <p:cNvSpPr>
            <a:spLocks noChangeArrowheads="1"/>
          </p:cNvSpPr>
          <p:nvPr/>
        </p:nvSpPr>
        <p:spPr bwMode="auto">
          <a:xfrm>
            <a:off x="6762374" y="2303011"/>
            <a:ext cx="1752600" cy="730250"/>
          </a:xfrm>
          <a:prstGeom prst="wedgeRoundRectCallout">
            <a:avLst>
              <a:gd name="adj1" fmla="val -20395"/>
              <a:gd name="adj2" fmla="val 82554"/>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指定虚拟</a:t>
            </a:r>
            <a:r>
              <a:rPr lang="en-US" altLang="zh-CN" sz="1600" dirty="0">
                <a:latin typeface="Huawei Sans" panose="020C0503030203020204" pitchFamily="34" charset="0"/>
                <a:ea typeface="方正兰亭黑简体" panose="02000000000000000000" pitchFamily="2" charset="-122"/>
              </a:rPr>
              <a:t>IP</a:t>
            </a:r>
            <a:r>
              <a:rPr lang="zh-CN" altLang="zh-CN" sz="1600" dirty="0">
                <a:latin typeface="Huawei Sans" panose="020C0503030203020204" pitchFamily="34" charset="0"/>
                <a:ea typeface="方正兰亭黑简体" panose="02000000000000000000" pitchFamily="2" charset="-122"/>
              </a:rPr>
              <a:t>地址为</a:t>
            </a:r>
            <a:r>
              <a:rPr lang="en-US" altLang="zh-CN" sz="1600" dirty="0">
                <a:latin typeface="Huawei Sans" panose="020C0503030203020204" pitchFamily="34" charset="0"/>
                <a:ea typeface="方正兰亭黑简体" panose="02000000000000000000" pitchFamily="2" charset="-122"/>
              </a:rPr>
              <a:t>10.1.1.254</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10" name="AutoShape 66"/>
          <p:cNvSpPr>
            <a:spLocks noChangeArrowheads="1"/>
          </p:cNvSpPr>
          <p:nvPr/>
        </p:nvSpPr>
        <p:spPr bwMode="auto">
          <a:xfrm>
            <a:off x="9115038" y="3402122"/>
            <a:ext cx="2021913" cy="730250"/>
          </a:xfrm>
          <a:prstGeom prst="wedgeRoundRectCallout">
            <a:avLst>
              <a:gd name="adj1" fmla="val -125420"/>
              <a:gd name="adj2" fmla="val 3493"/>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dirty="0">
                <a:latin typeface="Huawei Sans" panose="020C0503030203020204" pitchFamily="34" charset="0"/>
                <a:ea typeface="方正兰亭黑简体" panose="02000000000000000000" pitchFamily="2" charset="-122"/>
              </a:rPr>
              <a:t>调整</a:t>
            </a:r>
            <a:r>
              <a:rPr lang="zh-CN" altLang="zh-CN" sz="1600" dirty="0">
                <a:latin typeface="Huawei Sans" panose="020C0503030203020204" pitchFamily="34" charset="0"/>
                <a:ea typeface="方正兰亭黑简体" panose="02000000000000000000" pitchFamily="2" charset="-122"/>
              </a:rPr>
              <a:t>接口在</a:t>
            </a:r>
            <a:r>
              <a:rPr lang="en-US" altLang="zh-CN" sz="1600" dirty="0">
                <a:latin typeface="Huawei Sans" panose="020C0503030203020204" pitchFamily="34" charset="0"/>
                <a:ea typeface="方正兰亭黑简体" panose="02000000000000000000" pitchFamily="2" charset="-122"/>
              </a:rPr>
              <a:t>VRID 10</a:t>
            </a:r>
            <a:r>
              <a:rPr lang="zh-CN" altLang="zh-CN" sz="1600" dirty="0">
                <a:latin typeface="Huawei Sans" panose="020C0503030203020204" pitchFamily="34" charset="0"/>
                <a:ea typeface="方正兰亭黑简体" panose="02000000000000000000" pitchFamily="2" charset="-122"/>
              </a:rPr>
              <a:t>中的优先级为</a:t>
            </a:r>
            <a:r>
              <a:rPr lang="en-US" altLang="zh-CN" sz="1600" dirty="0">
                <a:latin typeface="Huawei Sans" panose="020C0503030203020204" pitchFamily="34" charset="0"/>
                <a:ea typeface="方正兰亭黑简体" panose="02000000000000000000" pitchFamily="2" charset="-122"/>
              </a:rPr>
              <a:t>150</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9" name="直接连接符 136"/>
          <p:cNvCxnSpPr>
            <a:cxnSpLocks noChangeShapeType="1"/>
          </p:cNvCxnSpPr>
          <p:nvPr/>
        </p:nvCxnSpPr>
        <p:spPr bwMode="auto">
          <a:xfrm>
            <a:off x="4452476" y="3602336"/>
            <a:ext cx="1512000" cy="1"/>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3" name="直接连接符 136"/>
          <p:cNvCxnSpPr>
            <a:cxnSpLocks noChangeShapeType="1"/>
          </p:cNvCxnSpPr>
          <p:nvPr/>
        </p:nvCxnSpPr>
        <p:spPr bwMode="auto">
          <a:xfrm flipV="1">
            <a:off x="6107856" y="3602337"/>
            <a:ext cx="2677588" cy="0"/>
          </a:xfrm>
          <a:prstGeom prst="line">
            <a:avLst/>
          </a:prstGeom>
          <a:noFill/>
          <a:ln w="44450" algn="ctr">
            <a:solidFill>
              <a:srgbClr val="FFC000"/>
            </a:solidFill>
            <a:prstDash val="dash"/>
            <a:round/>
          </a:ln>
          <a:extLst>
            <a:ext uri="{909E8E84-426E-40DD-AFC4-6F175D3DCCD1}">
              <a14:hiddenFill xmlns:a14="http://schemas.microsoft.com/office/drawing/2010/main">
                <a:noFill/>
              </a14:hiddenFill>
            </a:ext>
          </a:extLst>
        </p:spPr>
      </p:cxnSp>
      <p:cxnSp>
        <p:nvCxnSpPr>
          <p:cNvPr id="15" name="直接连接符 136"/>
          <p:cNvCxnSpPr>
            <a:cxnSpLocks noChangeShapeType="1"/>
          </p:cNvCxnSpPr>
          <p:nvPr/>
        </p:nvCxnSpPr>
        <p:spPr bwMode="auto">
          <a:xfrm flipV="1">
            <a:off x="6098231" y="3895917"/>
            <a:ext cx="1492626"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8" name="直接连接符 136"/>
          <p:cNvCxnSpPr>
            <a:cxnSpLocks noChangeShapeType="1"/>
          </p:cNvCxnSpPr>
          <p:nvPr/>
        </p:nvCxnSpPr>
        <p:spPr bwMode="auto">
          <a:xfrm flipV="1">
            <a:off x="4452476" y="5122450"/>
            <a:ext cx="4392000" cy="1"/>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20" name="AutoShape 66"/>
          <p:cNvSpPr>
            <a:spLocks noChangeArrowheads="1"/>
          </p:cNvSpPr>
          <p:nvPr/>
        </p:nvSpPr>
        <p:spPr bwMode="auto">
          <a:xfrm>
            <a:off x="9115038" y="4445110"/>
            <a:ext cx="2021913" cy="730250"/>
          </a:xfrm>
          <a:prstGeom prst="wedgeRoundRectCallout">
            <a:avLst>
              <a:gd name="adj1" fmla="val -68764"/>
              <a:gd name="adj2" fmla="val 22037"/>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dirty="0">
                <a:latin typeface="Huawei Sans" panose="020C0503030203020204" pitchFamily="34" charset="0"/>
                <a:ea typeface="方正兰亭黑简体" panose="02000000000000000000" pitchFamily="2" charset="-122"/>
              </a:rPr>
              <a:t>设置备份组</a:t>
            </a:r>
            <a:r>
              <a:rPr lang="en-US" altLang="zh-CN" sz="1600" dirty="0">
                <a:latin typeface="Huawei Sans" panose="020C0503030203020204" pitchFamily="34" charset="0"/>
                <a:ea typeface="方正兰亭黑简体" panose="02000000000000000000" pitchFamily="2" charset="-122"/>
              </a:rPr>
              <a:t>VRID10</a:t>
            </a:r>
            <a:r>
              <a:rPr lang="zh-CN" altLang="en-US" sz="1600" dirty="0">
                <a:latin typeface="Huawei Sans" panose="020C0503030203020204" pitchFamily="34" charset="0"/>
                <a:ea typeface="方正兰亭黑简体" panose="02000000000000000000" pitchFamily="2" charset="-122"/>
              </a:rPr>
              <a:t>的虚拟</a:t>
            </a:r>
            <a:r>
              <a:rPr lang="en-US" altLang="zh-CN" sz="1600" dirty="0">
                <a:latin typeface="Huawei Sans" panose="020C0503030203020204" pitchFamily="34" charset="0"/>
                <a:ea typeface="方正兰亭黑简体" panose="02000000000000000000" pitchFamily="2" charset="-122"/>
              </a:rPr>
              <a:t>IP</a:t>
            </a:r>
            <a:r>
              <a:rPr lang="zh-CN" altLang="en-US" sz="1600" dirty="0">
                <a:latin typeface="Huawei Sans" panose="020C0503030203020204" pitchFamily="34" charset="0"/>
                <a:ea typeface="方正兰亭黑简体" panose="02000000000000000000" pitchFamily="2" charset="-122"/>
              </a:rPr>
              <a:t>地址</a:t>
            </a:r>
            <a:endParaRPr lang="en-US" altLang="zh-CN" sz="1600" dirty="0">
              <a:latin typeface="Huawei Sans" panose="020C0503030203020204" pitchFamily="34" charset="0"/>
              <a:ea typeface="方正兰亭黑简体" panose="02000000000000000000" pitchFamily="2" charset="-122"/>
            </a:endParaRPr>
          </a:p>
        </p:txBody>
      </p:sp>
      <p:cxnSp>
        <p:nvCxnSpPr>
          <p:cNvPr id="16" name="直接连接符 15"/>
          <p:cNvCxnSpPr/>
          <p:nvPr/>
        </p:nvCxnSpPr>
        <p:spPr>
          <a:xfrm>
            <a:off x="935379" y="4292090"/>
            <a:ext cx="10360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dissolv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2"/>
            <a:r>
              <a:rPr lang="zh-CN" altLang="zh-CN" dirty="0" smtClean="0"/>
              <a:t>检查</a:t>
            </a:r>
            <a:r>
              <a:rPr lang="en-US" altLang="zh-CN" dirty="0" smtClean="0"/>
              <a:t>VRRP</a:t>
            </a:r>
            <a:r>
              <a:rPr lang="zh-CN" altLang="zh-CN" dirty="0" smtClean="0"/>
              <a:t>状态</a:t>
            </a:r>
            <a:endParaRPr lang="zh-CN" altLang="en-US" dirty="0" smtClean="0"/>
          </a:p>
          <a:p>
            <a:endParaRPr lang="en-US" altLang="zh-CN" dirty="0" smtClean="0"/>
          </a:p>
          <a:p>
            <a:endParaRPr lang="en-US" altLang="zh-CN" dirty="0" smtClean="0"/>
          </a:p>
          <a:p>
            <a:endParaRPr lang="en-US" altLang="zh-CN" dirty="0"/>
          </a:p>
        </p:txBody>
      </p:sp>
      <p:graphicFrame>
        <p:nvGraphicFramePr>
          <p:cNvPr id="8" name="表格 7"/>
          <p:cNvGraphicFramePr>
            <a:graphicFrameLocks noGrp="1"/>
          </p:cNvGraphicFramePr>
          <p:nvPr/>
        </p:nvGraphicFramePr>
        <p:xfrm>
          <a:off x="3014345" y="2178378"/>
          <a:ext cx="8127697" cy="3572844"/>
        </p:xfrm>
        <a:graphic>
          <a:graphicData uri="http://schemas.openxmlformats.org/drawingml/2006/table">
            <a:tbl>
              <a:tblPr firstRow="1" firstCol="1" bandRow="1"/>
              <a:tblGrid>
                <a:gridCol w="8127697"/>
              </a:tblGrid>
              <a:tr h="3572844">
                <a:tc>
                  <a:txBody>
                    <a:bodyPr/>
                    <a:lstStyle/>
                    <a:p>
                      <a:r>
                        <a:rPr lang="en-US" altLang="zh-CN" sz="2000" kern="1200" dirty="0">
                          <a:solidFill>
                            <a:schemeClr val="tx1"/>
                          </a:solidFill>
                          <a:effectLst/>
                          <a:latin typeface="宋体" panose="02010600030101010101" pitchFamily="2" charset="-122"/>
                          <a:ea typeface="宋体" panose="02010600030101010101" pitchFamily="2" charset="-122"/>
                          <a:cs typeface="+mn-cs"/>
                        </a:rPr>
                        <a:t>[R1]display </a:t>
                      </a:r>
                      <a:r>
                        <a:rPr lang="en-US" altLang="zh-CN" sz="2000" kern="1200" dirty="0" err="1">
                          <a:solidFill>
                            <a:schemeClr val="tx1"/>
                          </a:solidFill>
                          <a:effectLst/>
                          <a:latin typeface="宋体" panose="02010600030101010101" pitchFamily="2" charset="-122"/>
                          <a:ea typeface="宋体" panose="02010600030101010101" pitchFamily="2" charset="-122"/>
                          <a:cs typeface="+mn-cs"/>
                        </a:rPr>
                        <a:t>vrrp</a:t>
                      </a:r>
                      <a:r>
                        <a:rPr lang="en-US" altLang="zh-CN" sz="2000" kern="1200" dirty="0">
                          <a:solidFill>
                            <a:schemeClr val="tx1"/>
                          </a:solidFill>
                          <a:effectLst/>
                          <a:latin typeface="宋体" panose="02010600030101010101" pitchFamily="2" charset="-122"/>
                          <a:ea typeface="宋体" panose="02010600030101010101" pitchFamily="2" charset="-122"/>
                          <a:cs typeface="+mn-cs"/>
                        </a:rPr>
                        <a:t> brief</a:t>
                      </a:r>
                      <a:endParaRPr lang="zh-CN" altLang="zh-CN" sz="2000" kern="1200" dirty="0">
                        <a:solidFill>
                          <a:schemeClr val="tx1"/>
                        </a:solidFill>
                        <a:effectLst/>
                        <a:latin typeface="宋体" panose="02010600030101010101" pitchFamily="2" charset="-122"/>
                        <a:ea typeface="宋体" panose="02010600030101010101" pitchFamily="2" charset="-122"/>
                        <a:cs typeface="+mn-cs"/>
                      </a:endParaRPr>
                    </a:p>
                    <a:p>
                      <a:r>
                        <a:rPr lang="en-US" altLang="zh-CN" sz="2000" kern="1200" dirty="0">
                          <a:solidFill>
                            <a:schemeClr val="tx1"/>
                          </a:solidFill>
                          <a:effectLst/>
                          <a:latin typeface="宋体" panose="02010600030101010101" pitchFamily="2" charset="-122"/>
                          <a:ea typeface="宋体" panose="02010600030101010101" pitchFamily="2" charset="-122"/>
                          <a:cs typeface="+mn-cs"/>
                        </a:rPr>
                        <a:t>Total:1    Master:1      Backup:0     Non-active:0</a:t>
                      </a:r>
                      <a:endParaRPr lang="zh-CN" altLang="zh-CN" sz="2000" kern="1200" dirty="0">
                        <a:solidFill>
                          <a:schemeClr val="tx1"/>
                        </a:solidFill>
                        <a:effectLst/>
                        <a:latin typeface="宋体" panose="02010600030101010101" pitchFamily="2" charset="-122"/>
                        <a:ea typeface="宋体" panose="02010600030101010101" pitchFamily="2" charset="-122"/>
                        <a:cs typeface="+mn-cs"/>
                      </a:endParaRPr>
                    </a:p>
                    <a:p>
                      <a:r>
                        <a:rPr lang="en-US" altLang="zh-CN" sz="2000" kern="1200" dirty="0">
                          <a:solidFill>
                            <a:schemeClr val="tx1"/>
                          </a:solidFill>
                          <a:effectLst/>
                          <a:latin typeface="宋体" panose="02010600030101010101" pitchFamily="2" charset="-122"/>
                          <a:ea typeface="宋体" panose="02010600030101010101" pitchFamily="2" charset="-122"/>
                          <a:cs typeface="+mn-cs"/>
                        </a:rPr>
                        <a:t>VRID  State     Interface             Type      Virtual IP</a:t>
                      </a:r>
                      <a:endParaRPr lang="zh-CN" altLang="zh-CN" sz="2000" kern="1200" dirty="0">
                        <a:solidFill>
                          <a:schemeClr val="tx1"/>
                        </a:solidFill>
                        <a:effectLst/>
                        <a:latin typeface="宋体" panose="02010600030101010101" pitchFamily="2" charset="-122"/>
                        <a:ea typeface="宋体" panose="02010600030101010101" pitchFamily="2" charset="-122"/>
                        <a:cs typeface="+mn-cs"/>
                      </a:endParaRPr>
                    </a:p>
                    <a:p>
                      <a:r>
                        <a:rPr lang="en-US" altLang="zh-CN" sz="2000" u="dotted" kern="1200" dirty="0">
                          <a:solidFill>
                            <a:schemeClr val="tx1"/>
                          </a:solidFill>
                          <a:effectLst/>
                          <a:latin typeface="宋体" panose="02010600030101010101" pitchFamily="2" charset="-122"/>
                          <a:ea typeface="宋体" panose="02010600030101010101" pitchFamily="2" charset="-122"/>
                          <a:cs typeface="+mn-cs"/>
                        </a:rPr>
                        <a:t>                                                         </a:t>
                      </a:r>
                      <a:endParaRPr lang="zh-CN" altLang="zh-CN" sz="2000" kern="1200" dirty="0">
                        <a:solidFill>
                          <a:schemeClr val="tx1"/>
                        </a:solidFill>
                        <a:effectLst/>
                        <a:latin typeface="宋体" panose="02010600030101010101" pitchFamily="2" charset="-122"/>
                        <a:ea typeface="宋体" panose="02010600030101010101" pitchFamily="2" charset="-122"/>
                        <a:cs typeface="+mn-cs"/>
                      </a:endParaRPr>
                    </a:p>
                    <a:p>
                      <a:r>
                        <a:rPr lang="en-US" altLang="zh-CN" sz="2000" kern="1200" dirty="0">
                          <a:solidFill>
                            <a:schemeClr val="tx1"/>
                          </a:solidFill>
                          <a:effectLst/>
                          <a:latin typeface="宋体" panose="02010600030101010101" pitchFamily="2" charset="-122"/>
                          <a:ea typeface="宋体" panose="02010600030101010101" pitchFamily="2" charset="-122"/>
                          <a:cs typeface="+mn-cs"/>
                        </a:rPr>
                        <a:t>10    Master    GE0/0/0               Normal    10.1.1.254</a:t>
                      </a:r>
                      <a:endParaRPr lang="en-US" altLang="zh-CN" sz="2000" u="none" kern="1200" dirty="0">
                        <a:solidFill>
                          <a:schemeClr val="tx1"/>
                        </a:solidFill>
                        <a:effectLst/>
                        <a:latin typeface="宋体" panose="02010600030101010101" pitchFamily="2" charset="-122"/>
                        <a:ea typeface="宋体" panose="02010600030101010101" pitchFamily="2" charset="-122"/>
                        <a:cs typeface="+mn-cs"/>
                      </a:endParaRPr>
                    </a:p>
                    <a:p>
                      <a:r>
                        <a:rPr lang="en-US" altLang="zh-CN" sz="2000" u="sng" kern="1200" dirty="0">
                          <a:solidFill>
                            <a:schemeClr val="tx1"/>
                          </a:solidFill>
                          <a:effectLst/>
                          <a:latin typeface="宋体" panose="02010600030101010101" pitchFamily="2" charset="-122"/>
                          <a:ea typeface="宋体" panose="02010600030101010101" pitchFamily="2" charset="-122"/>
                          <a:cs typeface="+mn-cs"/>
                        </a:rPr>
                        <a:t>                                               </a:t>
                      </a:r>
                      <a:endParaRPr lang="zh-CN" altLang="zh-CN" sz="2000" kern="1200" dirty="0">
                        <a:solidFill>
                          <a:schemeClr val="tx1"/>
                        </a:solidFill>
                        <a:effectLst/>
                        <a:latin typeface="宋体" panose="02010600030101010101" pitchFamily="2" charset="-122"/>
                        <a:ea typeface="宋体" panose="02010600030101010101" pitchFamily="2" charset="-122"/>
                        <a:cs typeface="+mn-cs"/>
                      </a:endParaRPr>
                    </a:p>
                    <a:p>
                      <a:r>
                        <a:rPr lang="en-US" altLang="zh-CN" sz="2000" kern="1200" dirty="0">
                          <a:solidFill>
                            <a:schemeClr val="tx1"/>
                          </a:solidFill>
                          <a:effectLst/>
                          <a:latin typeface="宋体" panose="02010600030101010101" pitchFamily="2" charset="-122"/>
                          <a:ea typeface="宋体" panose="02010600030101010101" pitchFamily="2" charset="-122"/>
                          <a:cs typeface="+mn-cs"/>
                        </a:rPr>
                        <a:t>[R2]display </a:t>
                      </a:r>
                      <a:r>
                        <a:rPr lang="en-US" altLang="zh-CN" sz="2000" kern="1200" dirty="0" err="1">
                          <a:solidFill>
                            <a:schemeClr val="tx1"/>
                          </a:solidFill>
                          <a:effectLst/>
                          <a:latin typeface="宋体" panose="02010600030101010101" pitchFamily="2" charset="-122"/>
                          <a:ea typeface="宋体" panose="02010600030101010101" pitchFamily="2" charset="-122"/>
                          <a:cs typeface="+mn-cs"/>
                        </a:rPr>
                        <a:t>vrrp</a:t>
                      </a:r>
                      <a:r>
                        <a:rPr lang="en-US" altLang="zh-CN" sz="2000" kern="1200" dirty="0">
                          <a:solidFill>
                            <a:schemeClr val="tx1"/>
                          </a:solidFill>
                          <a:effectLst/>
                          <a:latin typeface="宋体" panose="02010600030101010101" pitchFamily="2" charset="-122"/>
                          <a:ea typeface="宋体" panose="02010600030101010101" pitchFamily="2" charset="-122"/>
                          <a:cs typeface="+mn-cs"/>
                        </a:rPr>
                        <a:t> brief</a:t>
                      </a:r>
                      <a:endParaRPr lang="zh-CN" altLang="zh-CN" sz="2000" kern="1200" dirty="0">
                        <a:solidFill>
                          <a:schemeClr val="tx1"/>
                        </a:solidFill>
                        <a:effectLst/>
                        <a:latin typeface="宋体" panose="02010600030101010101" pitchFamily="2" charset="-122"/>
                        <a:ea typeface="宋体" panose="02010600030101010101" pitchFamily="2" charset="-122"/>
                        <a:cs typeface="+mn-cs"/>
                      </a:endParaRPr>
                    </a:p>
                    <a:p>
                      <a:r>
                        <a:rPr lang="en-US" altLang="zh-CN" sz="2000" kern="1200" dirty="0">
                          <a:solidFill>
                            <a:schemeClr val="tx1"/>
                          </a:solidFill>
                          <a:effectLst/>
                          <a:latin typeface="宋体" panose="02010600030101010101" pitchFamily="2" charset="-122"/>
                          <a:ea typeface="宋体" panose="02010600030101010101" pitchFamily="2" charset="-122"/>
                          <a:cs typeface="+mn-cs"/>
                        </a:rPr>
                        <a:t>Total:1    Master:0      Backup:1     Non-active:0</a:t>
                      </a:r>
                      <a:endParaRPr lang="zh-CN" altLang="zh-CN" sz="2000" kern="1200" dirty="0">
                        <a:solidFill>
                          <a:schemeClr val="tx1"/>
                        </a:solidFill>
                        <a:effectLst/>
                        <a:latin typeface="宋体" panose="02010600030101010101" pitchFamily="2" charset="-122"/>
                        <a:ea typeface="宋体" panose="02010600030101010101" pitchFamily="2" charset="-122"/>
                        <a:cs typeface="+mn-cs"/>
                      </a:endParaRPr>
                    </a:p>
                    <a:p>
                      <a:r>
                        <a:rPr lang="en-US" altLang="zh-CN" sz="2000" kern="1200" dirty="0">
                          <a:solidFill>
                            <a:schemeClr val="tx1"/>
                          </a:solidFill>
                          <a:effectLst/>
                          <a:latin typeface="宋体" panose="02010600030101010101" pitchFamily="2" charset="-122"/>
                          <a:ea typeface="宋体" panose="02010600030101010101" pitchFamily="2" charset="-122"/>
                          <a:cs typeface="+mn-cs"/>
                        </a:rPr>
                        <a:t>VRID  State     Interface            Type      Virtual IP</a:t>
                      </a:r>
                      <a:endParaRPr lang="zh-CN" altLang="zh-CN" sz="2000" kern="1200" dirty="0">
                        <a:solidFill>
                          <a:schemeClr val="tx1"/>
                        </a:solidFill>
                        <a:effectLst/>
                        <a:latin typeface="宋体" panose="02010600030101010101" pitchFamily="2" charset="-122"/>
                        <a:ea typeface="宋体" panose="02010600030101010101" pitchFamily="2" charset="-122"/>
                        <a:cs typeface="+mn-cs"/>
                      </a:endParaRPr>
                    </a:p>
                    <a:p>
                      <a:r>
                        <a:rPr lang="en-US" altLang="zh-CN" sz="2000" u="dotted" kern="1200" dirty="0">
                          <a:solidFill>
                            <a:schemeClr val="tx1"/>
                          </a:solidFill>
                          <a:effectLst/>
                          <a:latin typeface="宋体" panose="02010600030101010101" pitchFamily="2" charset="-122"/>
                          <a:ea typeface="宋体" panose="02010600030101010101" pitchFamily="2" charset="-122"/>
                          <a:cs typeface="+mn-cs"/>
                        </a:rPr>
                        <a:t>                                                         </a:t>
                      </a:r>
                      <a:endParaRPr lang="zh-CN" altLang="zh-CN" sz="2000" kern="1200" dirty="0">
                        <a:solidFill>
                          <a:schemeClr val="tx1"/>
                        </a:solidFill>
                        <a:effectLst/>
                        <a:latin typeface="宋体" panose="02010600030101010101" pitchFamily="2" charset="-122"/>
                        <a:ea typeface="宋体" panose="02010600030101010101" pitchFamily="2" charset="-122"/>
                        <a:cs typeface="+mn-cs"/>
                      </a:endParaRPr>
                    </a:p>
                    <a:p>
                      <a:r>
                        <a:rPr lang="en-US" altLang="zh-CN" sz="2000" kern="1200" dirty="0">
                          <a:solidFill>
                            <a:schemeClr val="tx1"/>
                          </a:solidFill>
                          <a:effectLst/>
                          <a:latin typeface="宋体" panose="02010600030101010101" pitchFamily="2" charset="-122"/>
                          <a:ea typeface="宋体" panose="02010600030101010101" pitchFamily="2" charset="-122"/>
                          <a:cs typeface="+mn-cs"/>
                        </a:rPr>
                        <a:t>10    Backup    GE0/0/0              Normal    10.1.1.254</a:t>
                      </a:r>
                      <a:endParaRPr lang="zh-CN" altLang="zh-CN" sz="20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5" name="直接连接符 4"/>
          <p:cNvCxnSpPr/>
          <p:nvPr/>
        </p:nvCxnSpPr>
        <p:spPr>
          <a:xfrm>
            <a:off x="3014345" y="3897454"/>
            <a:ext cx="8127697"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AutoShape 66"/>
          <p:cNvSpPr>
            <a:spLocks noChangeArrowheads="1"/>
          </p:cNvSpPr>
          <p:nvPr/>
        </p:nvSpPr>
        <p:spPr bwMode="auto">
          <a:xfrm>
            <a:off x="442913" y="2678865"/>
            <a:ext cx="1886401" cy="730250"/>
          </a:xfrm>
          <a:prstGeom prst="wedgeRoundRectCallout">
            <a:avLst>
              <a:gd name="adj1" fmla="val 128313"/>
              <a:gd name="adj2" fmla="val 70170"/>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en-US" altLang="zh-CN" sz="1600" dirty="0">
                <a:latin typeface="Huawei Sans" panose="020C0503030203020204" pitchFamily="34" charset="0"/>
                <a:ea typeface="方正兰亭黑简体" panose="02000000000000000000" pitchFamily="2" charset="-122"/>
              </a:rPr>
              <a:t>VRRP</a:t>
            </a:r>
            <a:r>
              <a:rPr lang="zh-CN" altLang="zh-CN" sz="1600" dirty="0">
                <a:latin typeface="Huawei Sans" panose="020C0503030203020204" pitchFamily="34" charset="0"/>
                <a:ea typeface="方正兰亭黑简体" panose="02000000000000000000" pitchFamily="2" charset="-122"/>
              </a:rPr>
              <a:t>主用路由器用来传输数据流量</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9" name="AutoShape 66"/>
          <p:cNvSpPr>
            <a:spLocks noChangeArrowheads="1"/>
          </p:cNvSpPr>
          <p:nvPr/>
        </p:nvSpPr>
        <p:spPr bwMode="auto">
          <a:xfrm>
            <a:off x="442913" y="4269565"/>
            <a:ext cx="1886400" cy="730250"/>
          </a:xfrm>
          <a:prstGeom prst="wedgeRoundRectCallout">
            <a:avLst>
              <a:gd name="adj1" fmla="val 130547"/>
              <a:gd name="adj2" fmla="val 106848"/>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en-US" altLang="zh-CN" sz="1600" dirty="0">
                <a:latin typeface="Huawei Sans" panose="020C0503030203020204" pitchFamily="34" charset="0"/>
                <a:ea typeface="方正兰亭黑简体" panose="02000000000000000000" pitchFamily="2" charset="-122"/>
              </a:rPr>
              <a:t>VRRP</a:t>
            </a:r>
            <a:r>
              <a:rPr lang="zh-CN" altLang="zh-CN" sz="1600" dirty="0">
                <a:latin typeface="Huawei Sans" panose="020C0503030203020204" pitchFamily="34" charset="0"/>
                <a:ea typeface="方正兰亭黑简体" panose="02000000000000000000" pitchFamily="2" charset="-122"/>
              </a:rPr>
              <a:t>备用路由器</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10" name="直接连接符 136"/>
          <p:cNvCxnSpPr>
            <a:cxnSpLocks noChangeShapeType="1"/>
          </p:cNvCxnSpPr>
          <p:nvPr/>
        </p:nvCxnSpPr>
        <p:spPr bwMode="auto">
          <a:xfrm>
            <a:off x="3800897" y="3778084"/>
            <a:ext cx="84624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1" name="直接连接符 136"/>
          <p:cNvCxnSpPr>
            <a:cxnSpLocks noChangeShapeType="1"/>
          </p:cNvCxnSpPr>
          <p:nvPr/>
        </p:nvCxnSpPr>
        <p:spPr bwMode="auto">
          <a:xfrm>
            <a:off x="3800897" y="5589844"/>
            <a:ext cx="84624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2"/>
            <a:r>
              <a:rPr lang="zh-CN" altLang="en-US" dirty="0" smtClean="0"/>
              <a:t>查看</a:t>
            </a:r>
            <a:r>
              <a:rPr lang="en-US" altLang="zh-CN" dirty="0" smtClean="0"/>
              <a:t>VRRP</a:t>
            </a:r>
            <a:r>
              <a:rPr lang="zh-CN" altLang="en-US" dirty="0" smtClean="0"/>
              <a:t>版本</a:t>
            </a:r>
            <a:endParaRPr lang="en-US" altLang="zh-CN" dirty="0" smtClean="0"/>
          </a:p>
          <a:p>
            <a:pPr lvl="2"/>
            <a:endParaRPr lang="en-US" altLang="zh-CN" dirty="0"/>
          </a:p>
          <a:p>
            <a:pPr marL="802640" lvl="2" indent="0">
              <a:spcAft>
                <a:spcPts val="600"/>
              </a:spcAft>
              <a:buNone/>
            </a:pPr>
            <a:endParaRPr lang="en-US" altLang="zh-CN" dirty="0"/>
          </a:p>
          <a:p>
            <a:pPr lvl="2"/>
            <a:r>
              <a:rPr lang="zh-CN" altLang="zh-CN" dirty="0" smtClean="0"/>
              <a:t>检测</a:t>
            </a:r>
            <a:r>
              <a:rPr lang="en-US" altLang="zh-CN" dirty="0"/>
              <a:t>VRRP</a:t>
            </a:r>
            <a:r>
              <a:rPr lang="zh-CN" altLang="zh-CN" dirty="0"/>
              <a:t>连通性</a:t>
            </a:r>
            <a:r>
              <a:rPr lang="zh-CN" altLang="en-US" dirty="0"/>
              <a:t>及</a:t>
            </a:r>
            <a:r>
              <a:rPr lang="zh-CN" altLang="en-US" dirty="0" smtClean="0"/>
              <a:t>路径</a:t>
            </a:r>
            <a:endParaRPr lang="en-US" altLang="zh-CN" dirty="0" smtClean="0"/>
          </a:p>
        </p:txBody>
      </p:sp>
      <p:graphicFrame>
        <p:nvGraphicFramePr>
          <p:cNvPr id="8" name="表格 7"/>
          <p:cNvGraphicFramePr>
            <a:graphicFrameLocks noGrp="1"/>
          </p:cNvGraphicFramePr>
          <p:nvPr/>
        </p:nvGraphicFramePr>
        <p:xfrm>
          <a:off x="2542160" y="1678819"/>
          <a:ext cx="6883532" cy="1135236"/>
        </p:xfrm>
        <a:graphic>
          <a:graphicData uri="http://schemas.openxmlformats.org/drawingml/2006/table">
            <a:tbl>
              <a:tblPr firstRow="1" firstCol="1" bandRow="1"/>
              <a:tblGrid>
                <a:gridCol w="6883532"/>
              </a:tblGrid>
              <a:tr h="1135236">
                <a:tc>
                  <a:txBody>
                    <a:bodyPr/>
                    <a:lstStyle/>
                    <a:p>
                      <a:pPr marL="0" algn="l" defTabSz="913765" rtl="0" eaLnBrk="1" latinLnBrk="0" hangingPunct="1"/>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  [R1]display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vrrp</a:t>
                      </a:r>
                      <a:r>
                        <a:rPr lang="en-US" altLang="zh-CN" sz="1800" kern="1200" dirty="0">
                          <a:solidFill>
                            <a:schemeClr val="tx1"/>
                          </a:solidFill>
                          <a:effectLst/>
                          <a:latin typeface="宋体" panose="02010600030101010101" pitchFamily="2" charset="-122"/>
                          <a:ea typeface="宋体" panose="02010600030101010101" pitchFamily="2" charset="-122"/>
                          <a:cs typeface="+mn-cs"/>
                        </a:rPr>
                        <a:t> protocol-information</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VRRP protocol information is shown as below</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u="none" kern="1200" dirty="0">
                          <a:solidFill>
                            <a:schemeClr val="tx1"/>
                          </a:solidFill>
                          <a:effectLst/>
                          <a:latin typeface="宋体" panose="02010600030101010101" pitchFamily="2" charset="-122"/>
                          <a:ea typeface="宋体" panose="02010600030101010101" pitchFamily="2" charset="-122"/>
                          <a:cs typeface="+mn-cs"/>
                        </a:rPr>
                        <a:t>  VRRP protocol version</a:t>
                      </a:r>
                      <a:r>
                        <a:rPr lang="zh-CN" altLang="zh-CN" sz="1800" u="none" kern="1200" dirty="0">
                          <a:solidFill>
                            <a:schemeClr val="tx1"/>
                          </a:solidFill>
                          <a:effectLst/>
                          <a:latin typeface="宋体" panose="02010600030101010101" pitchFamily="2" charset="-122"/>
                          <a:ea typeface="宋体" panose="02010600030101010101" pitchFamily="2" charset="-122"/>
                          <a:cs typeface="+mn-cs"/>
                        </a:rPr>
                        <a:t>：</a:t>
                      </a:r>
                      <a:r>
                        <a:rPr lang="en-US" altLang="zh-CN" sz="1800" u="none" kern="1200" dirty="0">
                          <a:solidFill>
                            <a:schemeClr val="tx1"/>
                          </a:solidFill>
                          <a:effectLst/>
                          <a:latin typeface="宋体" panose="02010600030101010101" pitchFamily="2" charset="-122"/>
                          <a:ea typeface="宋体" panose="02010600030101010101" pitchFamily="2" charset="-122"/>
                          <a:cs typeface="+mn-cs"/>
                        </a:rPr>
                        <a:t> v2</a:t>
                      </a:r>
                      <a:endParaRPr lang="zh-CN" altLang="zh-CN" sz="1800" u="none"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Send advertisement packet node send v2 only </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sp>
        <p:nvSpPr>
          <p:cNvPr id="5" name="AutoShape 66"/>
          <p:cNvSpPr>
            <a:spLocks noChangeArrowheads="1"/>
          </p:cNvSpPr>
          <p:nvPr/>
        </p:nvSpPr>
        <p:spPr bwMode="auto">
          <a:xfrm>
            <a:off x="444603" y="1933168"/>
            <a:ext cx="1752600" cy="648000"/>
          </a:xfrm>
          <a:prstGeom prst="wedgeRoundRectCallout">
            <a:avLst>
              <a:gd name="adj1" fmla="val 85657"/>
              <a:gd name="adj2" fmla="val 17171"/>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en-US" altLang="zh-CN" sz="1600" dirty="0">
                <a:latin typeface="Huawei Sans" panose="020C0503030203020204" pitchFamily="34" charset="0"/>
                <a:ea typeface="方正兰亭黑简体" panose="02000000000000000000" pitchFamily="2" charset="-122"/>
              </a:rPr>
              <a:t>VRRP</a:t>
            </a:r>
            <a:r>
              <a:rPr lang="zh-CN" altLang="en-US" sz="1600" dirty="0">
                <a:latin typeface="Huawei Sans" panose="020C0503030203020204" pitchFamily="34" charset="0"/>
                <a:ea typeface="方正兰亭黑简体" panose="02000000000000000000" pitchFamily="2" charset="-122"/>
              </a:rPr>
              <a:t>协议</a:t>
            </a:r>
            <a:r>
              <a:rPr lang="zh-CN" altLang="zh-CN" sz="1600" dirty="0">
                <a:latin typeface="Huawei Sans" panose="020C0503030203020204" pitchFamily="34" charset="0"/>
                <a:ea typeface="方正兰亭黑简体" panose="02000000000000000000" pitchFamily="2" charset="-122"/>
              </a:rPr>
              <a:t>版本</a:t>
            </a:r>
            <a:r>
              <a:rPr lang="zh-CN" altLang="en-US" sz="1600" dirty="0">
                <a:latin typeface="Huawei Sans" panose="020C0503030203020204" pitchFamily="34" charset="0"/>
                <a:ea typeface="方正兰亭黑简体" panose="02000000000000000000" pitchFamily="2" charset="-122"/>
              </a:rPr>
              <a:t>为</a:t>
            </a:r>
            <a:r>
              <a:rPr lang="en-US" altLang="zh-CN" sz="1600" dirty="0">
                <a:latin typeface="Huawei Sans" panose="020C0503030203020204" pitchFamily="34" charset="0"/>
                <a:ea typeface="方正兰亭黑简体" panose="02000000000000000000" pitchFamily="2" charset="-122"/>
              </a:rPr>
              <a:t>version 2</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7" name="直接连接符 136"/>
          <p:cNvCxnSpPr>
            <a:cxnSpLocks noChangeShapeType="1"/>
          </p:cNvCxnSpPr>
          <p:nvPr/>
        </p:nvCxnSpPr>
        <p:spPr bwMode="auto">
          <a:xfrm flipV="1">
            <a:off x="2844160" y="2529946"/>
            <a:ext cx="2952000" cy="2"/>
          </a:xfrm>
          <a:prstGeom prst="line">
            <a:avLst/>
          </a:prstGeom>
          <a:noFill/>
          <a:ln w="38100" algn="ctr">
            <a:solidFill>
              <a:srgbClr val="FF9900"/>
            </a:solidFill>
            <a:prstDash val="dash"/>
            <a:round/>
          </a:ln>
          <a:extLst>
            <a:ext uri="{909E8E84-426E-40DD-AFC4-6F175D3DCCD1}">
              <a14:hiddenFill xmlns:a14="http://schemas.microsoft.com/office/drawing/2010/main">
                <a:noFill/>
              </a14:hiddenFill>
            </a:ext>
          </a:extLst>
        </p:spPr>
      </p:cxnSp>
      <p:graphicFrame>
        <p:nvGraphicFramePr>
          <p:cNvPr id="9" name="表格 8"/>
          <p:cNvGraphicFramePr>
            <a:graphicFrameLocks noGrp="1"/>
          </p:cNvGraphicFramePr>
          <p:nvPr/>
        </p:nvGraphicFramePr>
        <p:xfrm>
          <a:off x="2565128" y="3165180"/>
          <a:ext cx="8627242" cy="3418840"/>
        </p:xfrm>
        <a:graphic>
          <a:graphicData uri="http://schemas.openxmlformats.org/drawingml/2006/table">
            <a:tbl>
              <a:tblPr firstRow="1" firstCol="1" bandRow="1"/>
              <a:tblGrid>
                <a:gridCol w="8627242"/>
              </a:tblGrid>
              <a:tr h="2637056">
                <a:tc>
                  <a:txBody>
                    <a:bodyPr/>
                    <a:lstStyle/>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PC10&gt;ping </a:t>
                      </a:r>
                      <a:r>
                        <a:rPr lang="en-US" altLang="zh-CN" sz="1800" kern="1200" dirty="0">
                          <a:solidFill>
                            <a:schemeClr val="tx1"/>
                          </a:solidFill>
                          <a:effectLst/>
                          <a:latin typeface="宋体" panose="02010600030101010101" pitchFamily="2" charset="-122"/>
                          <a:ea typeface="宋体" panose="02010600030101010101" pitchFamily="2" charset="-122"/>
                          <a:cs typeface="+mn-cs"/>
                        </a:rPr>
                        <a:t>172.16.1.1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PING </a:t>
                      </a:r>
                      <a:r>
                        <a:rPr lang="en-US" altLang="zh-CN" sz="1800" kern="1200" dirty="0">
                          <a:solidFill>
                            <a:schemeClr val="tx1"/>
                          </a:solidFill>
                          <a:effectLst/>
                          <a:latin typeface="宋体" panose="02010600030101010101" pitchFamily="2" charset="-122"/>
                          <a:ea typeface="宋体" panose="02010600030101010101" pitchFamily="2" charset="-122"/>
                          <a:cs typeface="+mn-cs"/>
                        </a:rPr>
                        <a:t>172.16.1.1: 32 data bytes, press CTRL_C to break</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Reply </a:t>
                      </a:r>
                      <a:r>
                        <a:rPr lang="en-US" altLang="zh-CN" sz="1800" kern="1200" dirty="0">
                          <a:solidFill>
                            <a:schemeClr val="tx1"/>
                          </a:solidFill>
                          <a:effectLst/>
                          <a:latin typeface="宋体" panose="02010600030101010101" pitchFamily="2" charset="-122"/>
                          <a:ea typeface="宋体" panose="02010600030101010101" pitchFamily="2" charset="-122"/>
                          <a:cs typeface="+mn-cs"/>
                        </a:rPr>
                        <a:t>from 172.16.1.1: bytes=32 Sequence=1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ttl</a:t>
                      </a:r>
                      <a:r>
                        <a:rPr lang="en-US" altLang="zh-CN" sz="1800" kern="1200" dirty="0">
                          <a:solidFill>
                            <a:schemeClr val="tx1"/>
                          </a:solidFill>
                          <a:effectLst/>
                          <a:latin typeface="宋体" panose="02010600030101010101" pitchFamily="2" charset="-122"/>
                          <a:ea typeface="宋体" panose="02010600030101010101" pitchFamily="2" charset="-122"/>
                          <a:cs typeface="+mn-cs"/>
                        </a:rPr>
                        <a:t>=254 time=57ms</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Reply </a:t>
                      </a:r>
                      <a:r>
                        <a:rPr lang="en-US" altLang="zh-CN" sz="1800" kern="1200" dirty="0">
                          <a:solidFill>
                            <a:schemeClr val="tx1"/>
                          </a:solidFill>
                          <a:effectLst/>
                          <a:latin typeface="宋体" panose="02010600030101010101" pitchFamily="2" charset="-122"/>
                          <a:ea typeface="宋体" panose="02010600030101010101" pitchFamily="2" charset="-122"/>
                          <a:cs typeface="+mn-cs"/>
                        </a:rPr>
                        <a:t>from 172.16.1.1: bytes=32 Sequence=2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ttl</a:t>
                      </a:r>
                      <a:r>
                        <a:rPr lang="en-US" altLang="zh-CN" sz="1800" kern="1200" dirty="0">
                          <a:solidFill>
                            <a:schemeClr val="tx1"/>
                          </a:solidFill>
                          <a:effectLst/>
                          <a:latin typeface="宋体" panose="02010600030101010101" pitchFamily="2" charset="-122"/>
                          <a:ea typeface="宋体" panose="02010600030101010101" pitchFamily="2" charset="-122"/>
                          <a:cs typeface="+mn-cs"/>
                        </a:rPr>
                        <a:t>=254 time=45ms</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Reply </a:t>
                      </a:r>
                      <a:r>
                        <a:rPr lang="en-US" altLang="zh-CN" sz="1800" kern="1200" dirty="0">
                          <a:solidFill>
                            <a:schemeClr val="tx1"/>
                          </a:solidFill>
                          <a:effectLst/>
                          <a:latin typeface="宋体" panose="02010600030101010101" pitchFamily="2" charset="-122"/>
                          <a:ea typeface="宋体" panose="02010600030101010101" pitchFamily="2" charset="-122"/>
                          <a:cs typeface="+mn-cs"/>
                        </a:rPr>
                        <a:t>from 172.16.1.1: bytes=32 Sequence=3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ttl</a:t>
                      </a:r>
                      <a:r>
                        <a:rPr lang="en-US" altLang="zh-CN" sz="1800" kern="1200" dirty="0">
                          <a:solidFill>
                            <a:schemeClr val="tx1"/>
                          </a:solidFill>
                          <a:effectLst/>
                          <a:latin typeface="宋体" panose="02010600030101010101" pitchFamily="2" charset="-122"/>
                          <a:ea typeface="宋体" panose="02010600030101010101" pitchFamily="2" charset="-122"/>
                          <a:cs typeface="+mn-cs"/>
                        </a:rPr>
                        <a:t>=254 time=47ms</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Reply </a:t>
                      </a:r>
                      <a:r>
                        <a:rPr lang="en-US" altLang="zh-CN" sz="1800" kern="1200" dirty="0">
                          <a:solidFill>
                            <a:schemeClr val="tx1"/>
                          </a:solidFill>
                          <a:effectLst/>
                          <a:latin typeface="宋体" panose="02010600030101010101" pitchFamily="2" charset="-122"/>
                          <a:ea typeface="宋体" panose="02010600030101010101" pitchFamily="2" charset="-122"/>
                          <a:cs typeface="+mn-cs"/>
                        </a:rPr>
                        <a:t>from 172.16.1.1: bytes=32 Sequence=4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ttl</a:t>
                      </a:r>
                      <a:r>
                        <a:rPr lang="en-US" altLang="zh-CN" sz="1800" kern="1200" dirty="0">
                          <a:solidFill>
                            <a:schemeClr val="tx1"/>
                          </a:solidFill>
                          <a:effectLst/>
                          <a:latin typeface="宋体" panose="02010600030101010101" pitchFamily="2" charset="-122"/>
                          <a:ea typeface="宋体" panose="02010600030101010101" pitchFamily="2" charset="-122"/>
                          <a:cs typeface="+mn-cs"/>
                        </a:rPr>
                        <a:t>=254 time=42ms</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Reply </a:t>
                      </a:r>
                      <a:r>
                        <a:rPr lang="en-US" altLang="zh-CN" sz="1800" kern="1200" dirty="0">
                          <a:solidFill>
                            <a:schemeClr val="tx1"/>
                          </a:solidFill>
                          <a:effectLst/>
                          <a:latin typeface="宋体" panose="02010600030101010101" pitchFamily="2" charset="-122"/>
                          <a:ea typeface="宋体" panose="02010600030101010101" pitchFamily="2" charset="-122"/>
                          <a:cs typeface="+mn-cs"/>
                        </a:rPr>
                        <a:t>from 172.16.1.1: bytes=32 Sequence=5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ttl</a:t>
                      </a:r>
                      <a:r>
                        <a:rPr lang="en-US" altLang="zh-CN" sz="1800" kern="1200" dirty="0">
                          <a:solidFill>
                            <a:schemeClr val="tx1"/>
                          </a:solidFill>
                          <a:effectLst/>
                          <a:latin typeface="宋体" panose="02010600030101010101" pitchFamily="2" charset="-122"/>
                          <a:ea typeface="宋体" panose="02010600030101010101" pitchFamily="2" charset="-122"/>
                          <a:cs typeface="+mn-cs"/>
                        </a:rPr>
                        <a:t>=254 </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time=46ms</a:t>
                      </a:r>
                      <a:endParaRPr lang="zh-CN" altLang="zh-CN" sz="1800" kern="1200" dirty="0" smtClean="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lnSpc>
                          <a:spcPts val="1000"/>
                        </a:lnSpc>
                      </a:pPr>
                      <a:endParaRPr lang="en-US" altLang="zh-CN" sz="1800" kern="1200" dirty="0" smtClean="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  PC10&gt;</a:t>
                      </a:r>
                      <a:r>
                        <a:rPr lang="en-US" altLang="zh-CN" sz="1800" kern="1200" dirty="0" err="1" smtClean="0">
                          <a:solidFill>
                            <a:schemeClr val="tx1"/>
                          </a:solidFill>
                          <a:effectLst/>
                          <a:latin typeface="宋体" panose="02010600030101010101" pitchFamily="2" charset="-122"/>
                          <a:ea typeface="宋体" panose="02010600030101010101" pitchFamily="2" charset="-122"/>
                          <a:cs typeface="+mn-cs"/>
                        </a:rPr>
                        <a:t>tracert</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 </a:t>
                      </a:r>
                      <a:r>
                        <a:rPr lang="en-US" altLang="zh-CN" sz="1800" kern="1200" dirty="0">
                          <a:solidFill>
                            <a:schemeClr val="tx1"/>
                          </a:solidFill>
                          <a:effectLst/>
                          <a:latin typeface="宋体" panose="02010600030101010101" pitchFamily="2" charset="-122"/>
                          <a:ea typeface="宋体" panose="02010600030101010101" pitchFamily="2" charset="-122"/>
                          <a:cs typeface="+mn-cs"/>
                        </a:rPr>
                        <a:t>172.16.1.1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traceroute </a:t>
                      </a:r>
                      <a:r>
                        <a:rPr lang="en-US" altLang="zh-CN" sz="1800" kern="1200" dirty="0">
                          <a:solidFill>
                            <a:schemeClr val="tx1"/>
                          </a:solidFill>
                          <a:effectLst/>
                          <a:latin typeface="宋体" panose="02010600030101010101" pitchFamily="2" charset="-122"/>
                          <a:ea typeface="宋体" panose="02010600030101010101" pitchFamily="2" charset="-122"/>
                          <a:cs typeface="+mn-cs"/>
                        </a:rPr>
                        <a:t>to 172.16.1.1 ,  8 hops max</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zh-CN" altLang="zh-CN" sz="1800" kern="1200" dirty="0" smtClean="0">
                          <a:solidFill>
                            <a:schemeClr val="tx1"/>
                          </a:solidFill>
                          <a:effectLst/>
                          <a:latin typeface="宋体" panose="02010600030101010101" pitchFamily="2" charset="-122"/>
                          <a:ea typeface="宋体" panose="02010600030101010101" pitchFamily="2" charset="-122"/>
                          <a:cs typeface="+mn-cs"/>
                        </a:rPr>
                        <a:t>（</a:t>
                      </a:r>
                      <a:r>
                        <a:rPr lang="en-US" altLang="zh-CN" sz="1800" kern="1200" dirty="0" smtClean="0">
                          <a:solidFill>
                            <a:schemeClr val="tx1"/>
                          </a:solidFill>
                          <a:effectLst/>
                          <a:latin typeface="宋体" panose="02010600030101010101" pitchFamily="2" charset="-122"/>
                          <a:ea typeface="宋体" panose="02010600030101010101" pitchFamily="2" charset="-122"/>
                          <a:cs typeface="+mn-cs"/>
                        </a:rPr>
                        <a:t>ICMP</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,press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Ctrl+C</a:t>
                      </a:r>
                      <a:r>
                        <a:rPr lang="en-US" altLang="zh-CN" sz="1800" kern="1200" dirty="0">
                          <a:solidFill>
                            <a:schemeClr val="tx1"/>
                          </a:solidFill>
                          <a:effectLst/>
                          <a:latin typeface="宋体" panose="02010600030101010101" pitchFamily="2" charset="-122"/>
                          <a:ea typeface="宋体" panose="02010600030101010101" pitchFamily="2" charset="-122"/>
                          <a:cs typeface="+mn-cs"/>
                        </a:rPr>
                        <a:t> to stop</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u="none" kern="1200" dirty="0">
                          <a:solidFill>
                            <a:schemeClr val="tx1"/>
                          </a:solidFill>
                          <a:effectLst/>
                          <a:latin typeface="宋体" panose="02010600030101010101" pitchFamily="2" charset="-122"/>
                          <a:ea typeface="宋体" panose="02010600030101010101" pitchFamily="2" charset="-122"/>
                          <a:cs typeface="+mn-cs"/>
                        </a:rPr>
                        <a:t>1  10.1.1.251   32ms  43ms  32ms</a:t>
                      </a:r>
                      <a:endParaRPr lang="zh-CN" altLang="zh-CN" sz="1800" u="none"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2  172.16.1.1   56ms  48ms  42ms</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sp>
        <p:nvSpPr>
          <p:cNvPr id="10" name="AutoShape 66"/>
          <p:cNvSpPr>
            <a:spLocks noChangeArrowheads="1"/>
          </p:cNvSpPr>
          <p:nvPr/>
        </p:nvSpPr>
        <p:spPr bwMode="auto">
          <a:xfrm>
            <a:off x="444603" y="5651500"/>
            <a:ext cx="1752600" cy="648000"/>
          </a:xfrm>
          <a:prstGeom prst="wedgeRoundRectCallout">
            <a:avLst>
              <a:gd name="adj1" fmla="val 87083"/>
              <a:gd name="adj2" fmla="val 68126"/>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传输的路径是</a:t>
            </a:r>
            <a:r>
              <a:rPr lang="en-US" altLang="zh-CN" sz="1600" dirty="0">
                <a:latin typeface="Huawei Sans" panose="020C0503030203020204" pitchFamily="34" charset="0"/>
                <a:ea typeface="方正兰亭黑简体" panose="02000000000000000000" pitchFamily="2" charset="-122"/>
              </a:rPr>
              <a:t>PC10</a:t>
            </a:r>
            <a:r>
              <a:rPr lang="zh-CN" altLang="zh-CN"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R1</a:t>
            </a:r>
            <a:r>
              <a:rPr lang="zh-CN" altLang="zh-CN"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GW</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11" name="AutoShape 66"/>
          <p:cNvSpPr>
            <a:spLocks noChangeArrowheads="1"/>
          </p:cNvSpPr>
          <p:nvPr/>
        </p:nvSpPr>
        <p:spPr bwMode="auto">
          <a:xfrm>
            <a:off x="442913" y="4119305"/>
            <a:ext cx="1752600" cy="648000"/>
          </a:xfrm>
          <a:prstGeom prst="wedgeRoundRectCallout">
            <a:avLst>
              <a:gd name="adj1" fmla="val 80562"/>
              <a:gd name="adj2" fmla="val -600"/>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en-US" altLang="zh-CN" sz="1600" dirty="0">
                <a:latin typeface="Huawei Sans" panose="020C0503030203020204" pitchFamily="34" charset="0"/>
                <a:ea typeface="方正兰亭黑简体" panose="02000000000000000000" pitchFamily="2" charset="-122"/>
              </a:rPr>
              <a:t>PC10</a:t>
            </a:r>
            <a:r>
              <a:rPr lang="zh-CN" altLang="zh-CN" sz="1600" dirty="0">
                <a:latin typeface="Huawei Sans" panose="020C0503030203020204" pitchFamily="34" charset="0"/>
                <a:ea typeface="方正兰亭黑简体" panose="02000000000000000000" pitchFamily="2" charset="-122"/>
              </a:rPr>
              <a:t>能够成功访问</a:t>
            </a:r>
            <a:r>
              <a:rPr lang="en-US" altLang="zh-CN" sz="1600" dirty="0">
                <a:latin typeface="Huawei Sans" panose="020C0503030203020204" pitchFamily="34" charset="0"/>
                <a:ea typeface="方正兰亭黑简体" panose="02000000000000000000" pitchFamily="2" charset="-122"/>
              </a:rPr>
              <a:t>Internet</a:t>
            </a:r>
            <a:r>
              <a:rPr lang="zh-CN" altLang="zh-CN" sz="1600" dirty="0">
                <a:latin typeface="Huawei Sans" panose="020C0503030203020204" pitchFamily="34" charset="0"/>
                <a:ea typeface="方正兰亭黑简体" panose="02000000000000000000" pitchFamily="2" charset="-122"/>
              </a:rPr>
              <a:t>设备</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12" name="直接连接符 136"/>
          <p:cNvCxnSpPr>
            <a:cxnSpLocks noChangeShapeType="1"/>
          </p:cNvCxnSpPr>
          <p:nvPr/>
        </p:nvCxnSpPr>
        <p:spPr bwMode="auto">
          <a:xfrm>
            <a:off x="2942030" y="6576635"/>
            <a:ext cx="3744000" cy="14769"/>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8" name="矩形 17"/>
          <p:cNvSpPr/>
          <p:nvPr/>
        </p:nvSpPr>
        <p:spPr>
          <a:xfrm>
            <a:off x="2738830" y="3731699"/>
            <a:ext cx="7065570" cy="1368000"/>
          </a:xfrm>
          <a:prstGeom prst="rect">
            <a:avLst/>
          </a:prstGeom>
          <a:noFill/>
          <a:ln w="381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2"/>
            <a:r>
              <a:rPr lang="zh-CN" altLang="zh-CN" dirty="0" smtClean="0"/>
              <a:t>配置</a:t>
            </a:r>
            <a:r>
              <a:rPr lang="en-US" altLang="zh-CN" dirty="0" smtClean="0"/>
              <a:t>VRRP</a:t>
            </a:r>
            <a:r>
              <a:rPr lang="zh-CN" altLang="zh-CN" dirty="0" smtClean="0"/>
              <a:t>追踪上行接口状态</a:t>
            </a:r>
            <a:endParaRPr lang="en-US" altLang="zh-CN" dirty="0" smtClean="0"/>
          </a:p>
          <a:p>
            <a:pPr marL="802640" lvl="2" indent="0">
              <a:spcAft>
                <a:spcPts val="1000"/>
              </a:spcAft>
              <a:buNone/>
            </a:pPr>
            <a:endParaRPr lang="en-US" altLang="zh-CN" dirty="0" smtClean="0"/>
          </a:p>
          <a:p>
            <a:pPr lvl="2"/>
            <a:r>
              <a:rPr lang="zh-CN" altLang="zh-CN" dirty="0" smtClean="0"/>
              <a:t>手动</a:t>
            </a:r>
            <a:r>
              <a:rPr lang="zh-CN" altLang="zh-CN" dirty="0"/>
              <a:t>关闭路由器</a:t>
            </a:r>
            <a:r>
              <a:rPr lang="en-US" altLang="zh-CN" dirty="0"/>
              <a:t>R1</a:t>
            </a:r>
            <a:r>
              <a:rPr lang="zh-CN" altLang="zh-CN" dirty="0"/>
              <a:t>的接口</a:t>
            </a:r>
            <a:r>
              <a:rPr lang="en-US" altLang="zh-CN" dirty="0"/>
              <a:t>G0/0/1</a:t>
            </a:r>
            <a:r>
              <a:rPr lang="zh-CN" altLang="zh-CN" dirty="0"/>
              <a:t>来模拟上行链路故障</a:t>
            </a:r>
            <a:endParaRPr lang="en-US" altLang="zh-CN" dirty="0"/>
          </a:p>
          <a:p>
            <a:pPr lvl="2"/>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zh-CN" altLang="en-US" dirty="0" smtClean="0"/>
          </a:p>
          <a:p>
            <a:endParaRPr lang="en-US" altLang="zh-CN" dirty="0" smtClean="0"/>
          </a:p>
          <a:p>
            <a:endParaRPr lang="en-US" altLang="zh-CN" dirty="0" smtClean="0"/>
          </a:p>
          <a:p>
            <a:endParaRPr lang="en-US" altLang="zh-CN" dirty="0"/>
          </a:p>
        </p:txBody>
      </p:sp>
      <p:graphicFrame>
        <p:nvGraphicFramePr>
          <p:cNvPr id="5" name="表格 4"/>
          <p:cNvGraphicFramePr>
            <a:graphicFrameLocks noGrp="1"/>
          </p:cNvGraphicFramePr>
          <p:nvPr/>
        </p:nvGraphicFramePr>
        <p:xfrm>
          <a:off x="1859893" y="1682291"/>
          <a:ext cx="9828000" cy="708903"/>
        </p:xfrm>
        <a:graphic>
          <a:graphicData uri="http://schemas.openxmlformats.org/drawingml/2006/table">
            <a:tbl>
              <a:tblPr firstRow="1" firstCol="1" bandRow="1"/>
              <a:tblGrid>
                <a:gridCol w="9828000"/>
              </a:tblGrid>
              <a:tr h="708903">
                <a:tc>
                  <a:txBody>
                    <a:bodyPr/>
                    <a:lstStyle/>
                    <a:p>
                      <a:r>
                        <a:rPr lang="en-US" altLang="zh-CN" sz="1800" kern="100" dirty="0" smtClean="0">
                          <a:latin typeface="宋体" panose="02010600030101010101" pitchFamily="2" charset="-122"/>
                          <a:ea typeface="宋体" panose="02010600030101010101" pitchFamily="2" charset="-122"/>
                          <a:cs typeface="宋体" panose="02010600030101010101" pitchFamily="2" charset="-122"/>
                        </a:rPr>
                        <a:t>[</a:t>
                      </a:r>
                      <a:r>
                        <a:rPr lang="en-US" altLang="zh-CN" sz="1800" kern="100" dirty="0">
                          <a:latin typeface="宋体" panose="02010600030101010101" pitchFamily="2" charset="-122"/>
                          <a:ea typeface="宋体" panose="02010600030101010101" pitchFamily="2" charset="-122"/>
                          <a:cs typeface="宋体" panose="02010600030101010101" pitchFamily="2" charset="-122"/>
                        </a:rPr>
                        <a:t>R1]interface g0/0/0</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r>
                        <a:rPr lang="en-US" altLang="zh-CN" sz="1800" kern="100" dirty="0">
                          <a:latin typeface="宋体" panose="02010600030101010101" pitchFamily="2" charset="-122"/>
                          <a:cs typeface="宋体" panose="02010600030101010101" pitchFamily="2" charset="-122"/>
                        </a:rPr>
                        <a:t>[R1-GigabitEthernet0/0/0]</a:t>
                      </a:r>
                      <a:r>
                        <a:rPr lang="en-US" altLang="zh-CN" sz="1800" kern="100" dirty="0" err="1">
                          <a:latin typeface="宋体" panose="02010600030101010101" pitchFamily="2" charset="-122"/>
                          <a:cs typeface="宋体" panose="02010600030101010101" pitchFamily="2" charset="-122"/>
                        </a:rPr>
                        <a:t>vrrp</a:t>
                      </a:r>
                      <a:r>
                        <a:rPr lang="en-US" altLang="zh-CN" sz="1800" kern="100" dirty="0">
                          <a:latin typeface="宋体" panose="02010600030101010101" pitchFamily="2" charset="-122"/>
                          <a:cs typeface="宋体" panose="02010600030101010101" pitchFamily="2" charset="-122"/>
                        </a:rPr>
                        <a:t> </a:t>
                      </a:r>
                      <a:r>
                        <a:rPr lang="en-US" altLang="zh-CN" sz="1800" kern="100" dirty="0" err="1">
                          <a:latin typeface="宋体" panose="02010600030101010101" pitchFamily="2" charset="-122"/>
                          <a:cs typeface="宋体" panose="02010600030101010101" pitchFamily="2" charset="-122"/>
                        </a:rPr>
                        <a:t>vrid</a:t>
                      </a:r>
                      <a:r>
                        <a:rPr lang="en-US" altLang="zh-CN" sz="1800" kern="100" dirty="0">
                          <a:latin typeface="宋体" panose="02010600030101010101" pitchFamily="2" charset="-122"/>
                          <a:cs typeface="宋体" panose="02010600030101010101" pitchFamily="2" charset="-122"/>
                        </a:rPr>
                        <a:t> 10 track interface G0/0/1 reduced 100</a:t>
                      </a:r>
                      <a:endParaRPr lang="zh-CN" altLang="en-US" sz="1800" dirty="0"/>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sp>
        <p:nvSpPr>
          <p:cNvPr id="6" name="AutoShape 66"/>
          <p:cNvSpPr>
            <a:spLocks noChangeArrowheads="1"/>
          </p:cNvSpPr>
          <p:nvPr/>
        </p:nvSpPr>
        <p:spPr bwMode="auto">
          <a:xfrm>
            <a:off x="6372878" y="1275542"/>
            <a:ext cx="2301222" cy="648000"/>
          </a:xfrm>
          <a:prstGeom prst="wedgeRoundRectCallout">
            <a:avLst>
              <a:gd name="adj1" fmla="val 8129"/>
              <a:gd name="adj2" fmla="val 75425"/>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在</a:t>
            </a:r>
            <a:r>
              <a:rPr lang="en-US" altLang="zh-CN" sz="1600" dirty="0">
                <a:latin typeface="Huawei Sans" panose="020C0503030203020204" pitchFamily="34" charset="0"/>
                <a:ea typeface="方正兰亭黑简体" panose="02000000000000000000" pitchFamily="2" charset="-122"/>
              </a:rPr>
              <a:t>VRRP VRID 10</a:t>
            </a:r>
            <a:r>
              <a:rPr lang="zh-CN" altLang="zh-CN" sz="1600" dirty="0">
                <a:latin typeface="Huawei Sans" panose="020C0503030203020204" pitchFamily="34" charset="0"/>
                <a:ea typeface="方正兰亭黑简体" panose="02000000000000000000" pitchFamily="2" charset="-122"/>
              </a:rPr>
              <a:t>中追踪接口</a:t>
            </a:r>
            <a:r>
              <a:rPr lang="en-US" altLang="zh-CN" sz="1600" dirty="0">
                <a:latin typeface="Huawei Sans" panose="020C0503030203020204" pitchFamily="34" charset="0"/>
                <a:ea typeface="方正兰亭黑简体" panose="02000000000000000000" pitchFamily="2" charset="-122"/>
              </a:rPr>
              <a:t>G0/0/1</a:t>
            </a:r>
            <a:r>
              <a:rPr lang="zh-CN" altLang="zh-CN" sz="1600" dirty="0">
                <a:latin typeface="Huawei Sans" panose="020C0503030203020204" pitchFamily="34" charset="0"/>
                <a:ea typeface="方正兰亭黑简体" panose="02000000000000000000" pitchFamily="2" charset="-122"/>
              </a:rPr>
              <a:t>的状态</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14" name="AutoShape 66"/>
          <p:cNvSpPr>
            <a:spLocks noChangeArrowheads="1"/>
          </p:cNvSpPr>
          <p:nvPr/>
        </p:nvSpPr>
        <p:spPr bwMode="auto">
          <a:xfrm>
            <a:off x="8850319" y="1275542"/>
            <a:ext cx="1906582" cy="648000"/>
          </a:xfrm>
          <a:prstGeom prst="wedgeRoundRectCallout">
            <a:avLst>
              <a:gd name="adj1" fmla="val -14773"/>
              <a:gd name="adj2" fmla="val 78365"/>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把</a:t>
            </a:r>
            <a:r>
              <a:rPr lang="en-US" altLang="zh-CN" sz="1600" dirty="0">
                <a:latin typeface="Huawei Sans" panose="020C0503030203020204" pitchFamily="34" charset="0"/>
                <a:ea typeface="方正兰亭黑简体" panose="02000000000000000000" pitchFamily="2" charset="-122"/>
              </a:rPr>
              <a:t>VRRP VRID 10</a:t>
            </a:r>
            <a:r>
              <a:rPr lang="zh-CN" altLang="zh-CN" sz="1600" dirty="0">
                <a:latin typeface="Huawei Sans" panose="020C0503030203020204" pitchFamily="34" charset="0"/>
                <a:ea typeface="方正兰亭黑简体" panose="02000000000000000000" pitchFamily="2" charset="-122"/>
              </a:rPr>
              <a:t>的优先级减少</a:t>
            </a:r>
            <a:r>
              <a:rPr lang="en-US" altLang="zh-CN" sz="1600" dirty="0">
                <a:latin typeface="Huawei Sans" panose="020C0503030203020204" pitchFamily="34" charset="0"/>
                <a:ea typeface="方正兰亭黑简体" panose="02000000000000000000" pitchFamily="2" charset="-122"/>
              </a:rPr>
              <a:t>100</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15" name="直接连接符 136"/>
          <p:cNvCxnSpPr>
            <a:cxnSpLocks noChangeShapeType="1"/>
          </p:cNvCxnSpPr>
          <p:nvPr/>
        </p:nvCxnSpPr>
        <p:spPr bwMode="auto">
          <a:xfrm flipV="1">
            <a:off x="8897457" y="2330293"/>
            <a:ext cx="1332000" cy="2"/>
          </a:xfrm>
          <a:prstGeom prst="line">
            <a:avLst/>
          </a:prstGeom>
          <a:noFill/>
          <a:ln w="44450" algn="ctr">
            <a:solidFill>
              <a:schemeClr val="accent2">
                <a:lumMod val="75000"/>
              </a:schemeClr>
            </a:solidFill>
            <a:prstDash val="dash"/>
            <a:round/>
          </a:ln>
          <a:extLst>
            <a:ext uri="{909E8E84-426E-40DD-AFC4-6F175D3DCCD1}">
              <a14:hiddenFill xmlns:a14="http://schemas.microsoft.com/office/drawing/2010/main">
                <a:noFill/>
              </a14:hiddenFill>
            </a:ext>
          </a:extLst>
        </p:spPr>
      </p:cxnSp>
      <p:cxnSp>
        <p:nvCxnSpPr>
          <p:cNvPr id="13" name="直接连接符 136"/>
          <p:cNvCxnSpPr>
            <a:cxnSpLocks noChangeShapeType="1"/>
          </p:cNvCxnSpPr>
          <p:nvPr/>
        </p:nvCxnSpPr>
        <p:spPr bwMode="auto">
          <a:xfrm flipV="1">
            <a:off x="6259800" y="2321185"/>
            <a:ext cx="2520000" cy="2"/>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graphicFrame>
        <p:nvGraphicFramePr>
          <p:cNvPr id="16" name="表格 15"/>
          <p:cNvGraphicFramePr>
            <a:graphicFrameLocks noGrp="1"/>
          </p:cNvGraphicFramePr>
          <p:nvPr/>
        </p:nvGraphicFramePr>
        <p:xfrm>
          <a:off x="1859893" y="2770925"/>
          <a:ext cx="9869214" cy="4019630"/>
        </p:xfrm>
        <a:graphic>
          <a:graphicData uri="http://schemas.openxmlformats.org/drawingml/2006/table">
            <a:tbl>
              <a:tblPr firstRow="1" firstCol="1" bandRow="1"/>
              <a:tblGrid>
                <a:gridCol w="9869214"/>
              </a:tblGrid>
              <a:tr h="4019630">
                <a:tc>
                  <a:txBody>
                    <a:bodyPr/>
                    <a:lstStyle/>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[R1]interface g0/0/1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[R1-GigabitEthernet0/0/1]shutdown</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Jan 20 2020 05:50:09-08:00 R1  %%01IFNET/4/LINK_STATE(l)[1]:The line protocol IP</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 on the interface GigabitEthernet0/0/1 has entered the DOWN state. </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Jan 20 2020 05:50:09-08:00 R1  %%01VRRP/4/STATEWARNINGEXTEND(l)[2]:Virtual Route</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r state </a:t>
                      </a:r>
                      <a:r>
                        <a:rPr lang="en-US" altLang="zh-CN" sz="1800" u="none" kern="1200" dirty="0">
                          <a:solidFill>
                            <a:schemeClr val="tx1"/>
                          </a:solidFill>
                          <a:effectLst/>
                          <a:latin typeface="宋体" panose="02010600030101010101" pitchFamily="2" charset="-122"/>
                          <a:ea typeface="宋体" panose="02010600030101010101" pitchFamily="2" charset="-122"/>
                          <a:cs typeface="+mn-cs"/>
                        </a:rPr>
                        <a:t>MASTER changed to BACKUP, because of priority calculation</a:t>
                      </a:r>
                      <a:r>
                        <a:rPr lang="en-US" altLang="zh-CN" sz="1800" kern="1200" dirty="0">
                          <a:solidFill>
                            <a:schemeClr val="tx1"/>
                          </a:solidFill>
                          <a:effectLst/>
                          <a:latin typeface="宋体" panose="02010600030101010101" pitchFamily="2" charset="-122"/>
                          <a:ea typeface="宋体" panose="02010600030101010101" pitchFamily="2" charset="-122"/>
                          <a:cs typeface="+mn-cs"/>
                        </a:rPr>
                        <a:t>. (Interface=Giga</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bitEthernet0/0/0,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VrId</a:t>
                      </a:r>
                      <a:r>
                        <a:rPr lang="en-US" altLang="zh-CN" sz="1800" kern="1200" dirty="0">
                          <a:solidFill>
                            <a:schemeClr val="tx1"/>
                          </a:solidFill>
                          <a:effectLst/>
                          <a:latin typeface="宋体" panose="02010600030101010101" pitchFamily="2" charset="-122"/>
                          <a:ea typeface="宋体" panose="02010600030101010101" pitchFamily="2" charset="-122"/>
                          <a:cs typeface="+mn-cs"/>
                        </a:rPr>
                        <a:t>=167772160,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InetType</a:t>
                      </a:r>
                      <a:r>
                        <a:rPr lang="en-US" altLang="zh-CN" sz="1800" kern="1200" dirty="0">
                          <a:solidFill>
                            <a:schemeClr val="tx1"/>
                          </a:solidFill>
                          <a:effectLst/>
                          <a:latin typeface="宋体" panose="02010600030101010101" pitchFamily="2" charset="-122"/>
                          <a:ea typeface="宋体" panose="02010600030101010101" pitchFamily="2" charset="-122"/>
                          <a:cs typeface="+mn-cs"/>
                        </a:rPr>
                        <a:t>=IPv4)</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[R1-GigabitEthernet0/0/1]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Jan 20 2020 05:50:09-08:00 R1 VRRP/2/ VRRPMASTERDOWN:OID 16777216.50331648.10066</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3296.16777216.67108864.16777216.3674669056.83886080.419430400.2130706432.3355443</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2.503316480.16777216 The state of VRRP changed from master to other state.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Vrrp</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err="1">
                          <a:solidFill>
                            <a:schemeClr val="tx1"/>
                          </a:solidFill>
                          <a:effectLst/>
                          <a:latin typeface="宋体" panose="02010600030101010101" pitchFamily="2" charset="-122"/>
                          <a:ea typeface="宋体" panose="02010600030101010101" pitchFamily="2" charset="-122"/>
                          <a:cs typeface="+mn-cs"/>
                        </a:rPr>
                        <a:t>IfIndex</a:t>
                      </a:r>
                      <a:r>
                        <a:rPr lang="en-US" altLang="zh-CN" sz="1800" kern="1200" dirty="0">
                          <a:solidFill>
                            <a:schemeClr val="tx1"/>
                          </a:solidFill>
                          <a:effectLst/>
                          <a:latin typeface="宋体" panose="02010600030101010101" pitchFamily="2" charset="-122"/>
                          <a:ea typeface="宋体" panose="02010600030101010101" pitchFamily="2" charset="-122"/>
                          <a:cs typeface="+mn-cs"/>
                        </a:rPr>
                        <a:t>=50331648,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VrId</a:t>
                      </a:r>
                      <a:r>
                        <a:rPr lang="en-US" altLang="zh-CN" sz="1800" kern="1200" dirty="0">
                          <a:solidFill>
                            <a:schemeClr val="tx1"/>
                          </a:solidFill>
                          <a:effectLst/>
                          <a:latin typeface="宋体" panose="02010600030101010101" pitchFamily="2" charset="-122"/>
                          <a:ea typeface="宋体" panose="02010600030101010101" pitchFamily="2" charset="-122"/>
                          <a:cs typeface="+mn-cs"/>
                        </a:rPr>
                        <a:t>=167772160,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IfIndex</a:t>
                      </a:r>
                      <a:r>
                        <a:rPr lang="en-US" altLang="zh-CN" sz="1800" kern="1200" dirty="0">
                          <a:solidFill>
                            <a:schemeClr val="tx1"/>
                          </a:solidFill>
                          <a:effectLst/>
                          <a:latin typeface="宋体" panose="02010600030101010101" pitchFamily="2" charset="-122"/>
                          <a:ea typeface="宋体" panose="02010600030101010101" pitchFamily="2" charset="-122"/>
                          <a:cs typeface="+mn-cs"/>
                        </a:rPr>
                        <a:t>=50331648,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IPAddress</a:t>
                      </a:r>
                      <a:r>
                        <a:rPr lang="en-US" altLang="zh-CN" sz="1800" kern="1200" dirty="0">
                          <a:solidFill>
                            <a:schemeClr val="tx1"/>
                          </a:solidFill>
                          <a:effectLst/>
                          <a:latin typeface="宋体" panose="02010600030101010101" pitchFamily="2" charset="-122"/>
                          <a:ea typeface="宋体" panose="02010600030101010101" pitchFamily="2" charset="-122"/>
                          <a:cs typeface="+mn-cs"/>
                        </a:rPr>
                        <a:t>=251.1.1.10,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NodeNa</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kern="1200" dirty="0">
                          <a:solidFill>
                            <a:schemeClr val="tx1"/>
                          </a:solidFill>
                          <a:effectLst/>
                          <a:latin typeface="宋体" panose="02010600030101010101" pitchFamily="2" charset="-122"/>
                          <a:ea typeface="宋体" panose="02010600030101010101" pitchFamily="2" charset="-122"/>
                          <a:cs typeface="+mn-cs"/>
                        </a:rPr>
                        <a:t>me=R1,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IfName</a:t>
                      </a:r>
                      <a:r>
                        <a:rPr lang="en-US" altLang="zh-CN" sz="1800" kern="1200" dirty="0">
                          <a:solidFill>
                            <a:schemeClr val="tx1"/>
                          </a:solidFill>
                          <a:effectLst/>
                          <a:latin typeface="宋体" panose="02010600030101010101" pitchFamily="2" charset="-122"/>
                          <a:ea typeface="宋体" panose="02010600030101010101" pitchFamily="2" charset="-122"/>
                          <a:cs typeface="+mn-cs"/>
                        </a:rPr>
                        <a:t>=GigabitEthernet0/0/0,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CurrentState</a:t>
                      </a:r>
                      <a:r>
                        <a:rPr lang="en-US" altLang="zh-CN" sz="1800" kern="1200" dirty="0">
                          <a:solidFill>
                            <a:schemeClr val="tx1"/>
                          </a:solidFill>
                          <a:effectLst/>
                          <a:latin typeface="宋体" panose="02010600030101010101" pitchFamily="2" charset="-122"/>
                          <a:ea typeface="宋体" panose="02010600030101010101" pitchFamily="2" charset="-122"/>
                          <a:cs typeface="+mn-cs"/>
                        </a:rPr>
                        <a:t>=Backup</a:t>
                      </a:r>
                      <a:r>
                        <a:rPr lang="en-US" altLang="zh-CN" sz="1800" u="none" kern="1200" dirty="0">
                          <a:solidFill>
                            <a:schemeClr val="tx1"/>
                          </a:solidFill>
                          <a:effectLst/>
                          <a:latin typeface="宋体" panose="02010600030101010101" pitchFamily="2" charset="-122"/>
                          <a:ea typeface="宋体" panose="02010600030101010101" pitchFamily="2" charset="-122"/>
                          <a:cs typeface="+mn-cs"/>
                        </a:rPr>
                        <a:t>, </a:t>
                      </a:r>
                      <a:r>
                        <a:rPr lang="en-US" altLang="zh-CN" sz="1800" u="none" kern="1200" dirty="0" err="1">
                          <a:solidFill>
                            <a:schemeClr val="tx1"/>
                          </a:solidFill>
                          <a:effectLst/>
                          <a:latin typeface="宋体" panose="02010600030101010101" pitchFamily="2" charset="-122"/>
                          <a:ea typeface="宋体" panose="02010600030101010101" pitchFamily="2" charset="-122"/>
                          <a:cs typeface="+mn-cs"/>
                        </a:rPr>
                        <a:t>ChangeReason</a:t>
                      </a:r>
                      <a:r>
                        <a:rPr lang="en-US" altLang="zh-CN" sz="1800" u="none" kern="1200" dirty="0">
                          <a:solidFill>
                            <a:schemeClr val="tx1"/>
                          </a:solidFill>
                          <a:effectLst/>
                          <a:latin typeface="宋体" panose="02010600030101010101" pitchFamily="2" charset="-122"/>
                          <a:ea typeface="宋体" panose="02010600030101010101" pitchFamily="2" charset="-122"/>
                          <a:cs typeface="+mn-cs"/>
                        </a:rPr>
                        <a:t>=priority</a:t>
                      </a:r>
                      <a:endParaRPr lang="zh-CN" altLang="zh-CN" sz="1800" u="none" kern="1200" dirty="0">
                        <a:solidFill>
                          <a:schemeClr val="tx1"/>
                        </a:solidFill>
                        <a:effectLst/>
                        <a:latin typeface="宋体" panose="02010600030101010101" pitchFamily="2" charset="-122"/>
                        <a:ea typeface="宋体" panose="02010600030101010101" pitchFamily="2" charset="-122"/>
                        <a:cs typeface="+mn-cs"/>
                      </a:endParaRPr>
                    </a:p>
                    <a:p>
                      <a:pPr marL="0" indent="0" algn="l" defTabSz="913765" rtl="0" eaLnBrk="1" latinLnBrk="0" hangingPunct="1">
                        <a:spcAft>
                          <a:spcPts val="0"/>
                        </a:spcAft>
                      </a:pPr>
                      <a:r>
                        <a:rPr lang="en-US" altLang="zh-CN" sz="1800" u="none" kern="1200" dirty="0">
                          <a:solidFill>
                            <a:schemeClr val="tx1"/>
                          </a:solidFill>
                          <a:effectLst/>
                          <a:latin typeface="宋体" panose="02010600030101010101" pitchFamily="2" charset="-122"/>
                          <a:ea typeface="宋体" panose="02010600030101010101" pitchFamily="2" charset="-122"/>
                          <a:cs typeface="+mn-cs"/>
                        </a:rPr>
                        <a:t>Calculation(GE0/0/1 down))</a:t>
                      </a:r>
                      <a:endParaRPr lang="zh-CN" altLang="zh-CN" sz="1800" u="none" kern="1200" dirty="0">
                        <a:solidFill>
                          <a:schemeClr val="tx1"/>
                        </a:solidFill>
                        <a:effectLst/>
                        <a:latin typeface="宋体" panose="02010600030101010101" pitchFamily="2" charset="-122"/>
                        <a:ea typeface="宋体" panose="02010600030101010101" pitchFamily="2" charset="-122"/>
                        <a:cs typeface="+mn-cs"/>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17" name="直接连接符 136"/>
          <p:cNvCxnSpPr>
            <a:cxnSpLocks noChangeShapeType="1"/>
          </p:cNvCxnSpPr>
          <p:nvPr/>
        </p:nvCxnSpPr>
        <p:spPr bwMode="auto">
          <a:xfrm>
            <a:off x="2841102" y="4435334"/>
            <a:ext cx="6509163"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8" name="AutoShape 66"/>
          <p:cNvSpPr>
            <a:spLocks noChangeArrowheads="1"/>
          </p:cNvSpPr>
          <p:nvPr/>
        </p:nvSpPr>
        <p:spPr bwMode="auto">
          <a:xfrm>
            <a:off x="442913" y="3609714"/>
            <a:ext cx="1239083" cy="825620"/>
          </a:xfrm>
          <a:prstGeom prst="wedgeRoundRectCallout">
            <a:avLst>
              <a:gd name="adj1" fmla="val 145226"/>
              <a:gd name="adj2" fmla="val 35263"/>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p>
            <a:r>
              <a:rPr lang="en-US" altLang="zh-CN" sz="1600" dirty="0">
                <a:latin typeface="宋体" panose="02010600030101010101" pitchFamily="2" charset="-122"/>
                <a:ea typeface="宋体" panose="02010600030101010101" pitchFamily="2" charset="-122"/>
                <a:cs typeface="Times New Roman" panose="02020603050405020304" pitchFamily="18" charset="0"/>
              </a:rPr>
              <a:t>VRRP</a:t>
            </a:r>
            <a:r>
              <a:rPr lang="zh-CN" altLang="en-US" sz="1600" dirty="0">
                <a:latin typeface="宋体" panose="02010600030101010101" pitchFamily="2" charset="-122"/>
                <a:ea typeface="宋体" panose="02010600030101010101" pitchFamily="2" charset="-122"/>
                <a:cs typeface="Times New Roman" panose="02020603050405020304" pitchFamily="18" charset="0"/>
              </a:rPr>
              <a:t>状态从主用变为被用</a:t>
            </a:r>
            <a:endParaRPr lang="en-US" altLang="zh-CN" sz="1600"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19" name="直接连接符 136"/>
          <p:cNvCxnSpPr>
            <a:cxnSpLocks noChangeShapeType="1"/>
          </p:cNvCxnSpPr>
          <p:nvPr/>
        </p:nvCxnSpPr>
        <p:spPr bwMode="auto">
          <a:xfrm flipV="1">
            <a:off x="8410465" y="6376562"/>
            <a:ext cx="2522482"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20" name="直接连接符 136"/>
          <p:cNvCxnSpPr>
            <a:cxnSpLocks noChangeShapeType="1"/>
          </p:cNvCxnSpPr>
          <p:nvPr/>
        </p:nvCxnSpPr>
        <p:spPr bwMode="auto">
          <a:xfrm flipV="1">
            <a:off x="1845003" y="6652921"/>
            <a:ext cx="291662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21" name="AutoShape 66"/>
          <p:cNvSpPr>
            <a:spLocks noChangeArrowheads="1"/>
          </p:cNvSpPr>
          <p:nvPr/>
        </p:nvSpPr>
        <p:spPr bwMode="auto">
          <a:xfrm>
            <a:off x="442913" y="5295901"/>
            <a:ext cx="1239083" cy="1206492"/>
          </a:xfrm>
          <a:prstGeom prst="wedgeRoundRectCallout">
            <a:avLst>
              <a:gd name="adj1" fmla="val 64452"/>
              <a:gd name="adj2" fmla="val 51106"/>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宋体" panose="02010600030101010101" pitchFamily="2" charset="-122"/>
                <a:ea typeface="宋体" panose="02010600030101010101" pitchFamily="2" charset="-122"/>
                <a:cs typeface="Times New Roman" panose="02020603050405020304" pitchFamily="18" charset="0"/>
              </a:rPr>
              <a:t>原因是</a:t>
            </a:r>
            <a:r>
              <a:rPr lang="en-US" altLang="zh-CN" sz="1600" dirty="0">
                <a:latin typeface="宋体" panose="02010600030101010101" pitchFamily="2" charset="-122"/>
                <a:ea typeface="宋体" panose="02010600030101010101" pitchFamily="2" charset="-122"/>
                <a:cs typeface="Times New Roman" panose="02020603050405020304" pitchFamily="18" charset="0"/>
              </a:rPr>
              <a:t>G0/0/1</a:t>
            </a:r>
            <a:r>
              <a:rPr lang="zh-CN" altLang="zh-CN" sz="1600" dirty="0">
                <a:latin typeface="宋体" panose="02010600030101010101" pitchFamily="2" charset="-122"/>
                <a:ea typeface="宋体" panose="02010600030101010101" pitchFamily="2" charset="-122"/>
                <a:cs typeface="Times New Roman" panose="02020603050405020304" pitchFamily="18" charset="0"/>
              </a:rPr>
              <a:t>接口状态变为“</a:t>
            </a:r>
            <a:r>
              <a:rPr lang="en-US" altLang="zh-CN" sz="1600" dirty="0">
                <a:latin typeface="宋体" panose="02010600030101010101" pitchFamily="2" charset="-122"/>
                <a:ea typeface="宋体" panose="02010600030101010101" pitchFamily="2" charset="-122"/>
                <a:cs typeface="Times New Roman" panose="02020603050405020304" pitchFamily="18" charset="0"/>
              </a:rPr>
              <a:t>DOWN</a:t>
            </a:r>
            <a:r>
              <a:rPr lang="zh-CN" altLang="zh-CN" sz="1600" dirty="0">
                <a:latin typeface="宋体" panose="02010600030101010101" pitchFamily="2" charset="-122"/>
                <a:ea typeface="宋体" panose="02010600030101010101" pitchFamily="2" charset="-122"/>
                <a:cs typeface="Times New Roman" panose="02020603050405020304" pitchFamily="18" charset="0"/>
              </a:rPr>
              <a:t>”</a:t>
            </a:r>
            <a:endParaRPr lang="en-US" altLang="zh-CN" sz="1600"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dissolv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dissolve">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8"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2"/>
            <a:r>
              <a:rPr lang="zh-CN" altLang="zh-CN" dirty="0" smtClean="0"/>
              <a:t>执行【</a:t>
            </a:r>
            <a:r>
              <a:rPr lang="en-US" altLang="zh-CN" dirty="0" err="1" smtClean="0"/>
              <a:t>tracert</a:t>
            </a:r>
            <a:r>
              <a:rPr lang="zh-CN" altLang="zh-CN" dirty="0" smtClean="0"/>
              <a:t>】命令进行路径跟踪测试</a:t>
            </a:r>
            <a:endParaRPr lang="en-US" altLang="zh-CN" dirty="0" smtClean="0"/>
          </a:p>
          <a:p>
            <a:pPr lvl="2"/>
            <a:endParaRPr lang="en-US" altLang="zh-CN" dirty="0"/>
          </a:p>
          <a:p>
            <a:pPr lvl="2"/>
            <a:endParaRPr lang="en-US" altLang="zh-CN" dirty="0" smtClean="0"/>
          </a:p>
          <a:p>
            <a:pPr marL="802640" lvl="2" indent="0">
              <a:buNone/>
            </a:pPr>
            <a:endParaRPr lang="en-US" altLang="zh-CN" dirty="0" smtClean="0"/>
          </a:p>
          <a:p>
            <a:pPr lvl="2"/>
            <a:r>
              <a:rPr lang="en-US" altLang="zh-CN" dirty="0"/>
              <a:t>VRRP</a:t>
            </a:r>
            <a:r>
              <a:rPr lang="zh-CN" altLang="en-US" dirty="0"/>
              <a:t>的</a:t>
            </a:r>
            <a:r>
              <a:rPr lang="zh-CN" altLang="en-US" dirty="0" smtClean="0"/>
              <a:t>抢占</a:t>
            </a:r>
            <a:endParaRPr lang="en-US" altLang="zh-CN" dirty="0" smtClean="0"/>
          </a:p>
          <a:p>
            <a:endParaRPr lang="en-US" altLang="zh-CN" dirty="0" smtClean="0"/>
          </a:p>
          <a:p>
            <a:endParaRPr lang="en-US" altLang="zh-CN" dirty="0"/>
          </a:p>
        </p:txBody>
      </p:sp>
      <p:graphicFrame>
        <p:nvGraphicFramePr>
          <p:cNvPr id="8" name="表格 7"/>
          <p:cNvGraphicFramePr>
            <a:graphicFrameLocks noGrp="1"/>
          </p:cNvGraphicFramePr>
          <p:nvPr/>
        </p:nvGraphicFramePr>
        <p:xfrm>
          <a:off x="927203" y="1797499"/>
          <a:ext cx="10360800" cy="1371600"/>
        </p:xfrm>
        <a:graphic>
          <a:graphicData uri="http://schemas.openxmlformats.org/drawingml/2006/table">
            <a:tbl>
              <a:tblPr firstRow="1" firstCol="1" bandRow="1"/>
              <a:tblGrid>
                <a:gridCol w="10360800"/>
              </a:tblGrid>
              <a:tr h="1332000">
                <a:tc>
                  <a:txBody>
                    <a:bodyPr/>
                    <a:lstStyle/>
                    <a:p>
                      <a:pPr marL="0" indent="266700" algn="l" defTabSz="913765" rtl="0" eaLnBrk="1" latinLnBrk="0" hangingPunct="1">
                        <a:spcAft>
                          <a:spcPts val="0"/>
                        </a:spcAft>
                      </a:pPr>
                      <a:r>
                        <a:rPr lang="en-US" altLang="zh-CN" sz="1800" kern="100" dirty="0">
                          <a:solidFill>
                            <a:schemeClr val="tx1"/>
                          </a:solidFill>
                          <a:effectLst/>
                          <a:latin typeface="宋体" panose="02010600030101010101" pitchFamily="2" charset="-122"/>
                          <a:ea typeface="宋体" panose="02010600030101010101" pitchFamily="2" charset="-122"/>
                          <a:cs typeface="+mn-cs"/>
                        </a:rPr>
                        <a:t>PC10&gt;tracert 172.16.1.1</a:t>
                      </a:r>
                      <a:endParaRPr lang="zh-CN" altLang="zh-CN" sz="1800" kern="100" dirty="0">
                        <a:solidFill>
                          <a:schemeClr val="tx1"/>
                        </a:solidFill>
                        <a:effectLst/>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kern="100" dirty="0">
                          <a:solidFill>
                            <a:schemeClr val="tx1"/>
                          </a:solidFill>
                          <a:effectLst/>
                          <a:latin typeface="宋体" panose="02010600030101010101" pitchFamily="2" charset="-122"/>
                          <a:ea typeface="宋体" panose="02010600030101010101" pitchFamily="2" charset="-122"/>
                          <a:cs typeface="+mn-cs"/>
                        </a:rPr>
                        <a:t>traceroute to 172.16.1.1 ,  8 hops max</a:t>
                      </a:r>
                      <a:endParaRPr lang="zh-CN" altLang="zh-CN" sz="1800" kern="100" dirty="0">
                        <a:solidFill>
                          <a:schemeClr val="tx1"/>
                        </a:solidFill>
                        <a:effectLst/>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zh-CN" altLang="zh-CN" sz="1800" kern="100" dirty="0">
                          <a:solidFill>
                            <a:schemeClr val="tx1"/>
                          </a:solidFill>
                          <a:effectLst/>
                          <a:latin typeface="宋体" panose="02010600030101010101" pitchFamily="2" charset="-122"/>
                          <a:ea typeface="宋体" panose="02010600030101010101" pitchFamily="2" charset="-122"/>
                          <a:cs typeface="+mn-cs"/>
                        </a:rPr>
                        <a:t>（</a:t>
                      </a:r>
                      <a:r>
                        <a:rPr lang="en-US" altLang="zh-CN" sz="1800" kern="100" dirty="0">
                          <a:solidFill>
                            <a:schemeClr val="tx1"/>
                          </a:solidFill>
                          <a:effectLst/>
                          <a:latin typeface="宋体" panose="02010600030101010101" pitchFamily="2" charset="-122"/>
                          <a:ea typeface="宋体" panose="02010600030101010101" pitchFamily="2" charset="-122"/>
                          <a:cs typeface="+mn-cs"/>
                        </a:rPr>
                        <a:t>ICMP</a:t>
                      </a:r>
                      <a:r>
                        <a:rPr lang="zh-CN" altLang="zh-CN" sz="1800" kern="100" dirty="0">
                          <a:solidFill>
                            <a:schemeClr val="tx1"/>
                          </a:solidFill>
                          <a:effectLst/>
                          <a:latin typeface="宋体" panose="02010600030101010101" pitchFamily="2" charset="-122"/>
                          <a:ea typeface="宋体" panose="02010600030101010101" pitchFamily="2" charset="-122"/>
                          <a:cs typeface="+mn-cs"/>
                        </a:rPr>
                        <a:t>）</a:t>
                      </a:r>
                      <a:r>
                        <a:rPr lang="en-US" altLang="zh-CN" sz="1800" kern="100" dirty="0">
                          <a:solidFill>
                            <a:schemeClr val="tx1"/>
                          </a:solidFill>
                          <a:effectLst/>
                          <a:latin typeface="宋体" panose="02010600030101010101" pitchFamily="2" charset="-122"/>
                          <a:ea typeface="宋体" panose="02010600030101010101" pitchFamily="2" charset="-122"/>
                          <a:cs typeface="+mn-cs"/>
                        </a:rPr>
                        <a:t>,press </a:t>
                      </a:r>
                      <a:r>
                        <a:rPr lang="en-US" altLang="zh-CN" sz="1800" kern="100" dirty="0" err="1">
                          <a:solidFill>
                            <a:schemeClr val="tx1"/>
                          </a:solidFill>
                          <a:effectLst/>
                          <a:latin typeface="宋体" panose="02010600030101010101" pitchFamily="2" charset="-122"/>
                          <a:ea typeface="宋体" panose="02010600030101010101" pitchFamily="2" charset="-122"/>
                          <a:cs typeface="+mn-cs"/>
                        </a:rPr>
                        <a:t>Ctrl+C</a:t>
                      </a:r>
                      <a:r>
                        <a:rPr lang="en-US" altLang="zh-CN" sz="1800" kern="100" dirty="0">
                          <a:solidFill>
                            <a:schemeClr val="tx1"/>
                          </a:solidFill>
                          <a:effectLst/>
                          <a:latin typeface="宋体" panose="02010600030101010101" pitchFamily="2" charset="-122"/>
                          <a:ea typeface="宋体" panose="02010600030101010101" pitchFamily="2" charset="-122"/>
                          <a:cs typeface="+mn-cs"/>
                        </a:rPr>
                        <a:t> to stop</a:t>
                      </a:r>
                      <a:endParaRPr lang="zh-CN" altLang="zh-CN" sz="1800" kern="100" dirty="0">
                        <a:solidFill>
                          <a:schemeClr val="tx1"/>
                        </a:solidFill>
                        <a:effectLst/>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u="none" kern="100" dirty="0">
                          <a:solidFill>
                            <a:schemeClr val="tx1"/>
                          </a:solidFill>
                          <a:effectLst/>
                          <a:latin typeface="宋体" panose="02010600030101010101" pitchFamily="2" charset="-122"/>
                          <a:ea typeface="宋体" panose="02010600030101010101" pitchFamily="2" charset="-122"/>
                          <a:cs typeface="+mn-cs"/>
                        </a:rPr>
                        <a:t>1  10.1.1.252   92ms  45ms  </a:t>
                      </a:r>
                      <a:r>
                        <a:rPr lang="en-US" altLang="zh-CN" sz="1800" u="none" kern="100" dirty="0" smtClean="0">
                          <a:solidFill>
                            <a:schemeClr val="tx1"/>
                          </a:solidFill>
                          <a:effectLst/>
                          <a:latin typeface="宋体" panose="02010600030101010101" pitchFamily="2" charset="-122"/>
                          <a:ea typeface="宋体" panose="02010600030101010101" pitchFamily="2" charset="-122"/>
                          <a:cs typeface="+mn-cs"/>
                        </a:rPr>
                        <a:t>30ms</a:t>
                      </a:r>
                      <a:endParaRPr lang="zh-CN" altLang="zh-CN" sz="1800" u="none" kern="100" dirty="0">
                        <a:solidFill>
                          <a:schemeClr val="tx1"/>
                        </a:solidFill>
                        <a:effectLst/>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kern="100" dirty="0">
                          <a:solidFill>
                            <a:schemeClr val="tx1"/>
                          </a:solidFill>
                          <a:effectLst/>
                          <a:latin typeface="宋体" panose="02010600030101010101" pitchFamily="2" charset="-122"/>
                          <a:ea typeface="宋体" panose="02010600030101010101" pitchFamily="2" charset="-122"/>
                          <a:cs typeface="+mn-cs"/>
                        </a:rPr>
                        <a:t>2  172.16.1.1   46ms  42ms  46ms</a:t>
                      </a:r>
                      <a:endParaRPr lang="zh-CN" altLang="zh-CN" sz="1800" kern="100" dirty="0">
                        <a:solidFill>
                          <a:schemeClr val="tx1"/>
                        </a:solidFill>
                        <a:effectLst/>
                        <a:latin typeface="宋体" panose="02010600030101010101" pitchFamily="2" charset="-122"/>
                        <a:ea typeface="宋体" panose="02010600030101010101" pitchFamily="2" charset="-122"/>
                        <a:cs typeface="+mn-cs"/>
                      </a:endParaRPr>
                    </a:p>
                  </a:txBody>
                  <a:tcPr marL="68580" marR="6858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5" name="直接连接符 136"/>
          <p:cNvCxnSpPr>
            <a:cxnSpLocks noChangeShapeType="1"/>
          </p:cNvCxnSpPr>
          <p:nvPr/>
        </p:nvCxnSpPr>
        <p:spPr bwMode="auto">
          <a:xfrm>
            <a:off x="1258405" y="2921386"/>
            <a:ext cx="3672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0" name="AutoShape 66"/>
          <p:cNvSpPr>
            <a:spLocks noChangeArrowheads="1"/>
          </p:cNvSpPr>
          <p:nvPr/>
        </p:nvSpPr>
        <p:spPr bwMode="auto">
          <a:xfrm>
            <a:off x="6101657" y="2286898"/>
            <a:ext cx="1752600" cy="730250"/>
          </a:xfrm>
          <a:prstGeom prst="wedgeRoundRectCallout">
            <a:avLst>
              <a:gd name="adj1" fmla="val -106295"/>
              <a:gd name="adj2" fmla="val 16431"/>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传输的路径是</a:t>
            </a:r>
            <a:r>
              <a:rPr lang="en-US" altLang="zh-CN" sz="1600" dirty="0">
                <a:latin typeface="Huawei Sans" panose="020C0503030203020204" pitchFamily="34" charset="0"/>
                <a:ea typeface="方正兰亭黑简体" panose="02000000000000000000" pitchFamily="2" charset="-122"/>
              </a:rPr>
              <a:t>PC10</a:t>
            </a:r>
            <a:r>
              <a:rPr lang="zh-CN" altLang="zh-CN"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R2</a:t>
            </a:r>
            <a:r>
              <a:rPr lang="zh-CN" altLang="zh-CN"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GW</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9" name="表格 8"/>
          <p:cNvGraphicFramePr>
            <a:graphicFrameLocks noGrp="1"/>
          </p:cNvGraphicFramePr>
          <p:nvPr/>
        </p:nvGraphicFramePr>
        <p:xfrm>
          <a:off x="927203" y="3508142"/>
          <a:ext cx="10360800" cy="3290316"/>
        </p:xfrm>
        <a:graphic>
          <a:graphicData uri="http://schemas.openxmlformats.org/drawingml/2006/table">
            <a:tbl>
              <a:tblPr firstRow="1" firstCol="1" bandRow="1"/>
              <a:tblGrid>
                <a:gridCol w="10360800"/>
              </a:tblGrid>
              <a:tr h="1228806">
                <a:tc>
                  <a:txBody>
                    <a:bodyPr/>
                    <a:lstStyle/>
                    <a:p>
                      <a:pPr marL="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rPr>
                        <a:t>[R1]interface g0/0/1</a:t>
                      </a:r>
                      <a:endParaRPr lang="zh-CN" altLang="zh-CN" sz="1800" kern="100" dirty="0">
                        <a:solidFill>
                          <a:schemeClr val="tx1"/>
                        </a:solidFill>
                        <a:latin typeface="宋体" panose="02010600030101010101" pitchFamily="2" charset="-122"/>
                        <a:ea typeface="宋体" panose="02010600030101010101" pitchFamily="2" charset="-122"/>
                      </a:endParaRPr>
                    </a:p>
                    <a:p>
                      <a:pPr marL="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[R1-GigabitEthernet0/0/1]undo shutdown</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[R1-GigabitEthernet0/0/1]</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Jan 20 2020 07:41:17-08:00 R1 </a:t>
                      </a:r>
                      <a:r>
                        <a:rPr lang="en-GB" altLang="zh-CN" sz="1800" kern="100" dirty="0">
                          <a:solidFill>
                            <a:schemeClr val="tx1"/>
                          </a:solidFill>
                          <a:latin typeface="宋体" panose="02010600030101010101" pitchFamily="2" charset="-122"/>
                          <a:ea typeface="宋体" panose="02010600030101010101" pitchFamily="2" charset="-122"/>
                          <a:cs typeface="+mn-cs"/>
                        </a:rPr>
                        <a:t>%%01IFPDT/4/IF_STATE(l)[4]:Interface GigabitEthernet0/0/1 has turned into </a:t>
                      </a:r>
                      <a:r>
                        <a:rPr lang="en-US" altLang="zh-CN" sz="1800" kern="100" dirty="0">
                          <a:solidFill>
                            <a:schemeClr val="tx1"/>
                          </a:solidFill>
                          <a:latin typeface="宋体" panose="02010600030101010101" pitchFamily="2" charset="-122"/>
                          <a:ea typeface="宋体" panose="02010600030101010101" pitchFamily="2" charset="-122"/>
                          <a:cs typeface="+mn-cs"/>
                        </a:rPr>
                        <a:t>UP</a:t>
                      </a:r>
                      <a:r>
                        <a:rPr lang="en-GB" altLang="zh-CN" sz="1800" kern="100" dirty="0">
                          <a:solidFill>
                            <a:schemeClr val="tx1"/>
                          </a:solidFill>
                          <a:latin typeface="宋体" panose="02010600030101010101" pitchFamily="2" charset="-122"/>
                          <a:ea typeface="宋体" panose="02010600030101010101" pitchFamily="2" charset="-122"/>
                          <a:cs typeface="+mn-cs"/>
                        </a:rPr>
                        <a:t> state.</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[R1-GigabitEthernet0/0/1]</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Jan 20 2020 07:41:17-08:00 </a:t>
                      </a:r>
                      <a:r>
                        <a:rPr lang="en-GB" altLang="zh-CN" sz="1800" kern="100" dirty="0">
                          <a:solidFill>
                            <a:schemeClr val="tx1"/>
                          </a:solidFill>
                          <a:latin typeface="宋体" panose="02010600030101010101" pitchFamily="2" charset="-122"/>
                          <a:ea typeface="宋体" panose="02010600030101010101" pitchFamily="2" charset="-122"/>
                          <a:cs typeface="+mn-cs"/>
                        </a:rPr>
                        <a:t>R1%%01IFNET/4/LINK_STATE(l)[5]:The line protocol IP on the interface GigabitEthernet0/0/1 has entered the </a:t>
                      </a:r>
                      <a:r>
                        <a:rPr lang="en-US" altLang="zh-CN" sz="1800" kern="100" dirty="0">
                          <a:solidFill>
                            <a:schemeClr val="tx1"/>
                          </a:solidFill>
                          <a:latin typeface="宋体" panose="02010600030101010101" pitchFamily="2" charset="-122"/>
                          <a:ea typeface="宋体" panose="02010600030101010101" pitchFamily="2" charset="-122"/>
                          <a:cs typeface="+mn-cs"/>
                        </a:rPr>
                        <a:t>UP</a:t>
                      </a:r>
                      <a:r>
                        <a:rPr lang="en-GB" altLang="zh-CN" sz="1800" kern="100" dirty="0">
                          <a:solidFill>
                            <a:schemeClr val="tx1"/>
                          </a:solidFill>
                          <a:latin typeface="宋体" panose="02010600030101010101" pitchFamily="2" charset="-122"/>
                          <a:ea typeface="宋体" panose="02010600030101010101" pitchFamily="2" charset="-122"/>
                          <a:cs typeface="+mn-cs"/>
                        </a:rPr>
                        <a:t> state</a:t>
                      </a:r>
                      <a:r>
                        <a:rPr lang="en-US" altLang="zh-CN" sz="1800" kern="100" dirty="0">
                          <a:solidFill>
                            <a:schemeClr val="tx1"/>
                          </a:solidFill>
                          <a:latin typeface="宋体" panose="02010600030101010101" pitchFamily="2" charset="-122"/>
                          <a:ea typeface="宋体" panose="02010600030101010101" pitchFamily="2" charset="-122"/>
                          <a:cs typeface="+mn-cs"/>
                        </a:rPr>
                        <a:t>.</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[R1-GigabitEthernet0/0/1]</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Jan 20 2020 07:41:17-08:00 R1 %%01VRRP/4/STATEWARNINGEXTEND(1)[</a:t>
                      </a:r>
                      <a:r>
                        <a:rPr lang="en-US" altLang="zh-CN" sz="1800" u="none" kern="100" dirty="0">
                          <a:solidFill>
                            <a:schemeClr val="tx1"/>
                          </a:solidFill>
                          <a:latin typeface="宋体" panose="02010600030101010101" pitchFamily="2" charset="-122"/>
                          <a:ea typeface="宋体" panose="02010600030101010101" pitchFamily="2" charset="-122"/>
                          <a:cs typeface="+mn-cs"/>
                        </a:rPr>
                        <a:t>6]: Virtual Router state BACKUP changed to MASTER, because of priority calculation. </a:t>
                      </a:r>
                      <a:r>
                        <a:rPr lang="en-US" altLang="zh-CN" sz="1800" kern="100" dirty="0">
                          <a:solidFill>
                            <a:schemeClr val="tx1"/>
                          </a:solidFill>
                          <a:latin typeface="宋体" panose="02010600030101010101" pitchFamily="2" charset="-122"/>
                          <a:ea typeface="宋体" panose="02010600030101010101" pitchFamily="2" charset="-122"/>
                          <a:cs typeface="+mn-cs"/>
                        </a:rPr>
                        <a:t>(Interface=GigabitEthernet0/0/0, </a:t>
                      </a:r>
                      <a:r>
                        <a:rPr lang="en-US" altLang="zh-CN" sz="1800" kern="100" dirty="0" err="1">
                          <a:solidFill>
                            <a:schemeClr val="tx1"/>
                          </a:solidFill>
                          <a:latin typeface="宋体" panose="02010600030101010101" pitchFamily="2" charset="-122"/>
                          <a:ea typeface="宋体" panose="02010600030101010101" pitchFamily="2" charset="-122"/>
                          <a:cs typeface="+mn-cs"/>
                        </a:rPr>
                        <a:t>VrId</a:t>
                      </a:r>
                      <a:r>
                        <a:rPr lang="en-US" altLang="zh-CN" sz="1800" kern="100" dirty="0">
                          <a:solidFill>
                            <a:schemeClr val="tx1"/>
                          </a:solidFill>
                          <a:latin typeface="宋体" panose="02010600030101010101" pitchFamily="2" charset="-122"/>
                          <a:ea typeface="宋体" panose="02010600030101010101" pitchFamily="2" charset="-122"/>
                          <a:cs typeface="+mn-cs"/>
                        </a:rPr>
                        <a:t>=167772160, </a:t>
                      </a:r>
                      <a:r>
                        <a:rPr lang="en-US" altLang="zh-CN" sz="1800" kern="100" dirty="0" err="1">
                          <a:solidFill>
                            <a:schemeClr val="tx1"/>
                          </a:solidFill>
                          <a:latin typeface="宋体" panose="02010600030101010101" pitchFamily="2" charset="-122"/>
                          <a:ea typeface="宋体" panose="02010600030101010101" pitchFamily="2" charset="-122"/>
                          <a:cs typeface="+mn-cs"/>
                        </a:rPr>
                        <a:t>InetType</a:t>
                      </a:r>
                      <a:r>
                        <a:rPr lang="en-US" altLang="zh-CN" sz="1800" kern="100" dirty="0">
                          <a:solidFill>
                            <a:schemeClr val="tx1"/>
                          </a:solidFill>
                          <a:latin typeface="宋体" panose="02010600030101010101" pitchFamily="2" charset="-122"/>
                          <a:ea typeface="宋体" panose="02010600030101010101" pitchFamily="2" charset="-122"/>
                          <a:cs typeface="+mn-cs"/>
                        </a:rPr>
                        <a:t>=IPv4)</a:t>
                      </a:r>
                      <a:endParaRPr lang="zh-CN" altLang="zh-CN" sz="1800" kern="100" dirty="0">
                        <a:solidFill>
                          <a:schemeClr val="tx1"/>
                        </a:solidFill>
                        <a:latin typeface="宋体" panose="02010600030101010101" pitchFamily="2" charset="-122"/>
                        <a:ea typeface="宋体" panose="02010600030101010101" pitchFamily="2" charset="-122"/>
                        <a:cs typeface="+mn-cs"/>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11" name="直接连接符 136"/>
          <p:cNvCxnSpPr>
            <a:cxnSpLocks noChangeShapeType="1"/>
          </p:cNvCxnSpPr>
          <p:nvPr/>
        </p:nvCxnSpPr>
        <p:spPr bwMode="auto">
          <a:xfrm>
            <a:off x="1019333" y="6541755"/>
            <a:ext cx="6516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2" name="直接连接符 136"/>
          <p:cNvCxnSpPr>
            <a:cxnSpLocks noChangeShapeType="1"/>
          </p:cNvCxnSpPr>
          <p:nvPr/>
        </p:nvCxnSpPr>
        <p:spPr bwMode="auto">
          <a:xfrm>
            <a:off x="8654295" y="6304615"/>
            <a:ext cx="2268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3" name="AutoShape 66"/>
          <p:cNvSpPr>
            <a:spLocks noChangeArrowheads="1"/>
          </p:cNvSpPr>
          <p:nvPr/>
        </p:nvSpPr>
        <p:spPr bwMode="auto">
          <a:xfrm>
            <a:off x="9232900" y="5511800"/>
            <a:ext cx="1960503" cy="504000"/>
          </a:xfrm>
          <a:prstGeom prst="wedgeRoundRectCallout">
            <a:avLst>
              <a:gd name="adj1" fmla="val -72610"/>
              <a:gd name="adj2" fmla="val 61598"/>
              <a:gd name="adj3" fmla="val 16667"/>
            </a:avLst>
          </a:prstGeom>
          <a:gradFill rotWithShape="1">
            <a:gsLst>
              <a:gs pos="0">
                <a:srgbClr val="FFFF99"/>
              </a:gs>
              <a:gs pos="100000">
                <a:schemeClr val="bg1"/>
              </a:gs>
            </a:gsLst>
            <a:lin ang="5400000" scaled="1"/>
          </a:gradFill>
          <a:ln w="9525" algn="ctr">
            <a:solidFill>
              <a:srgbClr val="FFC000"/>
            </a:solidFill>
            <a:round/>
          </a:ln>
        </p:spPr>
        <p:txBody>
          <a:bodyPr lIns="36000" rIns="0" anchor="ctr" anchorCtr="1"/>
          <a:lstStyle/>
          <a:p>
            <a:r>
              <a:rPr lang="zh-CN" altLang="en-US" sz="1600" dirty="0">
                <a:latin typeface="Huawei Sans" panose="020C0503030203020204" pitchFamily="34" charset="0"/>
                <a:ea typeface="方正兰亭黑简体" panose="02000000000000000000" pitchFamily="2" charset="-122"/>
              </a:rPr>
              <a:t>路由器</a:t>
            </a:r>
            <a:r>
              <a:rPr lang="en-US" altLang="zh-CN" sz="1600" dirty="0">
                <a:latin typeface="Huawei Sans" panose="020C0503030203020204" pitchFamily="34" charset="0"/>
                <a:ea typeface="方正兰亭黑简体" panose="02000000000000000000" pitchFamily="2" charset="-122"/>
              </a:rPr>
              <a:t>R1</a:t>
            </a:r>
            <a:r>
              <a:rPr lang="zh-CN" altLang="en-US" sz="1600" dirty="0">
                <a:latin typeface="Huawei Sans" panose="020C0503030203020204" pitchFamily="34" charset="0"/>
                <a:ea typeface="方正兰亭黑简体" panose="02000000000000000000" pitchFamily="2" charset="-122"/>
              </a:rPr>
              <a:t>重新夺回了主用路由器的角色</a:t>
            </a:r>
            <a:endParaRPr lang="en-US" altLang="zh-CN" sz="1600" dirty="0">
              <a:latin typeface="Huawei Sans" panose="020C0503030203020204" pitchFamily="34" charset="0"/>
              <a:ea typeface="方正兰亭黑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2"/>
            <a:r>
              <a:rPr lang="zh-CN" altLang="zh-CN" dirty="0" smtClean="0"/>
              <a:t>查看路由器</a:t>
            </a:r>
            <a:r>
              <a:rPr lang="en-US" altLang="zh-CN" dirty="0" smtClean="0"/>
              <a:t>R1</a:t>
            </a:r>
            <a:r>
              <a:rPr lang="zh-CN" altLang="zh-CN" dirty="0" smtClean="0"/>
              <a:t>上</a:t>
            </a:r>
            <a:r>
              <a:rPr lang="en-US" altLang="zh-CN" dirty="0" smtClean="0"/>
              <a:t>VRRP</a:t>
            </a:r>
            <a:r>
              <a:rPr lang="zh-CN" altLang="zh-CN" dirty="0" smtClean="0"/>
              <a:t>的抢占状态</a:t>
            </a:r>
            <a:endParaRPr lang="zh-CN" altLang="en-US" dirty="0" smtClean="0"/>
          </a:p>
          <a:p>
            <a:endParaRPr lang="en-US" altLang="zh-CN" dirty="0" smtClean="0"/>
          </a:p>
          <a:p>
            <a:endParaRPr lang="en-US" altLang="zh-CN" dirty="0" smtClean="0"/>
          </a:p>
          <a:p>
            <a:endParaRPr lang="en-US" altLang="zh-CN" dirty="0"/>
          </a:p>
        </p:txBody>
      </p:sp>
      <p:graphicFrame>
        <p:nvGraphicFramePr>
          <p:cNvPr id="5" name="表格 4"/>
          <p:cNvGraphicFramePr>
            <a:graphicFrameLocks noGrp="1"/>
          </p:cNvGraphicFramePr>
          <p:nvPr/>
        </p:nvGraphicFramePr>
        <p:xfrm>
          <a:off x="930564" y="1752780"/>
          <a:ext cx="10360800" cy="3657600"/>
        </p:xfrm>
        <a:graphic>
          <a:graphicData uri="http://schemas.openxmlformats.org/drawingml/2006/table">
            <a:tbl>
              <a:tblPr firstRow="1" firstCol="1" bandRow="1"/>
              <a:tblGrid>
                <a:gridCol w="10360800"/>
              </a:tblGrid>
              <a:tr h="1565081">
                <a:tc>
                  <a:txBody>
                    <a:bodyPr/>
                    <a:lstStyle/>
                    <a:p>
                      <a:r>
                        <a:rPr lang="en-US" altLang="zh-CN" sz="2000" kern="100" dirty="0">
                          <a:latin typeface="宋体" panose="02010600030101010101" pitchFamily="2" charset="-122"/>
                          <a:ea typeface="宋体" panose="02010600030101010101" pitchFamily="2" charset="-122"/>
                          <a:cs typeface="宋体" panose="02010600030101010101" pitchFamily="2" charset="-122"/>
                        </a:rPr>
                        <a:t>[R1]interface g0/0/1</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kern="100" dirty="0">
                          <a:latin typeface="宋体" panose="02010600030101010101" pitchFamily="2" charset="-122"/>
                          <a:ea typeface="宋体" panose="02010600030101010101" pitchFamily="2" charset="-122"/>
                          <a:cs typeface="宋体" panose="02010600030101010101" pitchFamily="2" charset="-122"/>
                        </a:rPr>
                        <a:t>[R1]display </a:t>
                      </a:r>
                      <a:r>
                        <a:rPr lang="en-US" altLang="zh-CN" sz="2000" kern="100" dirty="0" err="1">
                          <a:latin typeface="宋体" panose="02010600030101010101" pitchFamily="2" charset="-122"/>
                          <a:ea typeface="宋体" panose="02010600030101010101" pitchFamily="2" charset="-122"/>
                          <a:cs typeface="宋体" panose="02010600030101010101" pitchFamily="2" charset="-122"/>
                        </a:rPr>
                        <a:t>vrrp</a:t>
                      </a:r>
                      <a:r>
                        <a:rPr lang="en-US" altLang="zh-CN" sz="2000" kern="100" dirty="0">
                          <a:latin typeface="宋体" panose="02010600030101010101" pitchFamily="2" charset="-122"/>
                          <a:ea typeface="宋体" panose="02010600030101010101" pitchFamily="2" charset="-122"/>
                          <a:cs typeface="宋体" panose="02010600030101010101" pitchFamily="2" charset="-122"/>
                        </a:rPr>
                        <a:t> 10</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kern="100" dirty="0">
                          <a:latin typeface="宋体" panose="02010600030101010101" pitchFamily="2" charset="-122"/>
                          <a:ea typeface="宋体" panose="02010600030101010101" pitchFamily="2" charset="-122"/>
                          <a:cs typeface="宋体" panose="02010600030101010101" pitchFamily="2" charset="-122"/>
                        </a:rPr>
                        <a:t>GigabitEthernet0/0/0 </a:t>
                      </a:r>
                      <a:r>
                        <a:rPr lang="zh-CN" altLang="zh-CN" sz="2000" kern="100" dirty="0">
                          <a:latin typeface="宋体" panose="02010600030101010101" pitchFamily="2" charset="-122"/>
                          <a:ea typeface="宋体" panose="02010600030101010101" pitchFamily="2" charset="-122"/>
                          <a:cs typeface="宋体" panose="02010600030101010101" pitchFamily="2" charset="-122"/>
                        </a:rPr>
                        <a:t>｜</a:t>
                      </a:r>
                      <a:r>
                        <a:rPr lang="en-US" altLang="zh-CN" sz="2000" kern="100" dirty="0">
                          <a:latin typeface="宋体" panose="02010600030101010101" pitchFamily="2" charset="-122"/>
                          <a:ea typeface="宋体" panose="02010600030101010101" pitchFamily="2" charset="-122"/>
                          <a:cs typeface="宋体" panose="02010600030101010101" pitchFamily="2" charset="-122"/>
                        </a:rPr>
                        <a:t>Virtual Router 10</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kern="100" dirty="0">
                          <a:latin typeface="宋体" panose="02010600030101010101" pitchFamily="2" charset="-122"/>
                          <a:ea typeface="宋体" panose="02010600030101010101" pitchFamily="2" charset="-122"/>
                          <a:cs typeface="宋体" panose="02010600030101010101" pitchFamily="2" charset="-122"/>
                        </a:rPr>
                        <a:t>State : master</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kern="100" dirty="0">
                          <a:latin typeface="宋体" panose="02010600030101010101" pitchFamily="2" charset="-122"/>
                          <a:ea typeface="宋体" panose="02010600030101010101" pitchFamily="2" charset="-122"/>
                          <a:cs typeface="宋体" panose="02010600030101010101" pitchFamily="2" charset="-122"/>
                        </a:rPr>
                        <a:t>Virtual IP : 10.1.1.254</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kern="100" dirty="0">
                          <a:latin typeface="宋体" panose="02010600030101010101" pitchFamily="2" charset="-122"/>
                          <a:ea typeface="宋体" panose="02010600030101010101" pitchFamily="2" charset="-122"/>
                          <a:cs typeface="宋体" panose="02010600030101010101" pitchFamily="2" charset="-122"/>
                        </a:rPr>
                        <a:t>Master IP : 10.1.1.251</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kern="100" dirty="0" err="1">
                          <a:latin typeface="宋体" panose="02010600030101010101" pitchFamily="2" charset="-122"/>
                          <a:ea typeface="宋体" panose="02010600030101010101" pitchFamily="2" charset="-122"/>
                          <a:cs typeface="宋体" panose="02010600030101010101" pitchFamily="2" charset="-122"/>
                        </a:rPr>
                        <a:t>PriorityRun</a:t>
                      </a:r>
                      <a:r>
                        <a:rPr lang="zh-CN" altLang="zh-CN" sz="2000" kern="100" dirty="0">
                          <a:latin typeface="宋体" panose="02010600030101010101" pitchFamily="2" charset="-122"/>
                          <a:ea typeface="宋体" panose="02010600030101010101" pitchFamily="2" charset="-122"/>
                          <a:cs typeface="宋体" panose="02010600030101010101" pitchFamily="2" charset="-122"/>
                        </a:rPr>
                        <a:t>：</a:t>
                      </a:r>
                      <a:r>
                        <a:rPr lang="en-US" altLang="zh-CN" sz="2000" kern="100" dirty="0">
                          <a:latin typeface="宋体" panose="02010600030101010101" pitchFamily="2" charset="-122"/>
                          <a:ea typeface="宋体" panose="02010600030101010101" pitchFamily="2" charset="-122"/>
                          <a:cs typeface="宋体" panose="02010600030101010101" pitchFamily="2" charset="-122"/>
                        </a:rPr>
                        <a:t>150</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kern="100" dirty="0" err="1">
                          <a:latin typeface="宋体" panose="02010600030101010101" pitchFamily="2" charset="-122"/>
                          <a:ea typeface="宋体" panose="02010600030101010101" pitchFamily="2" charset="-122"/>
                          <a:cs typeface="宋体" panose="02010600030101010101" pitchFamily="2" charset="-122"/>
                        </a:rPr>
                        <a:t>PriorityConfig</a:t>
                      </a:r>
                      <a:r>
                        <a:rPr lang="en-US" altLang="zh-CN" sz="2000" kern="100" dirty="0">
                          <a:latin typeface="宋体" panose="02010600030101010101" pitchFamily="2" charset="-122"/>
                          <a:ea typeface="宋体" panose="02010600030101010101" pitchFamily="2" charset="-122"/>
                          <a:cs typeface="宋体" panose="02010600030101010101" pitchFamily="2" charset="-122"/>
                        </a:rPr>
                        <a:t> </a:t>
                      </a:r>
                      <a:r>
                        <a:rPr lang="zh-CN" altLang="zh-CN" sz="2000" kern="100" dirty="0">
                          <a:latin typeface="宋体" panose="02010600030101010101" pitchFamily="2" charset="-122"/>
                          <a:ea typeface="宋体" panose="02010600030101010101" pitchFamily="2" charset="-122"/>
                          <a:cs typeface="宋体" panose="02010600030101010101" pitchFamily="2" charset="-122"/>
                        </a:rPr>
                        <a:t>：</a:t>
                      </a:r>
                      <a:r>
                        <a:rPr lang="en-US" altLang="zh-CN" sz="2000" kern="100" dirty="0">
                          <a:latin typeface="宋体" panose="02010600030101010101" pitchFamily="2" charset="-122"/>
                          <a:ea typeface="宋体" panose="02010600030101010101" pitchFamily="2" charset="-122"/>
                          <a:cs typeface="宋体" panose="02010600030101010101" pitchFamily="2" charset="-122"/>
                        </a:rPr>
                        <a:t>150</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kern="100" dirty="0" err="1">
                          <a:latin typeface="宋体" panose="02010600030101010101" pitchFamily="2" charset="-122"/>
                          <a:ea typeface="宋体" panose="02010600030101010101" pitchFamily="2" charset="-122"/>
                          <a:cs typeface="宋体" panose="02010600030101010101" pitchFamily="2" charset="-122"/>
                        </a:rPr>
                        <a:t>MasterPriority</a:t>
                      </a:r>
                      <a:r>
                        <a:rPr lang="zh-CN" altLang="zh-CN" sz="2000" kern="100" dirty="0">
                          <a:latin typeface="宋体" panose="02010600030101010101" pitchFamily="2" charset="-122"/>
                          <a:ea typeface="宋体" panose="02010600030101010101" pitchFamily="2" charset="-122"/>
                          <a:cs typeface="宋体" panose="02010600030101010101" pitchFamily="2" charset="-122"/>
                        </a:rPr>
                        <a:t>：</a:t>
                      </a:r>
                      <a:r>
                        <a:rPr lang="en-US" altLang="zh-CN" sz="2000" kern="100" dirty="0">
                          <a:latin typeface="宋体" panose="02010600030101010101" pitchFamily="2" charset="-122"/>
                          <a:ea typeface="宋体" panose="02010600030101010101" pitchFamily="2" charset="-122"/>
                          <a:cs typeface="宋体" panose="02010600030101010101" pitchFamily="2" charset="-122"/>
                        </a:rPr>
                        <a:t>150</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u="none" kern="100" dirty="0">
                          <a:solidFill>
                            <a:srgbClr val="000000"/>
                          </a:solidFill>
                          <a:latin typeface="宋体" panose="02010600030101010101" pitchFamily="2" charset="-122"/>
                          <a:ea typeface="宋体" panose="02010600030101010101" pitchFamily="2" charset="-122"/>
                          <a:cs typeface="宋体" panose="02010600030101010101" pitchFamily="2" charset="-122"/>
                        </a:rPr>
                        <a:t>Preempt</a:t>
                      </a:r>
                      <a:r>
                        <a:rPr lang="zh-CN" altLang="zh-CN" sz="2000" u="none" kern="100" dirty="0">
                          <a:solidFill>
                            <a:srgbClr val="000000"/>
                          </a:solidFill>
                          <a:latin typeface="宋体" panose="02010600030101010101" pitchFamily="2" charset="-122"/>
                          <a:ea typeface="宋体" panose="02010600030101010101" pitchFamily="2" charset="-122"/>
                          <a:cs typeface="宋体" panose="02010600030101010101" pitchFamily="2" charset="-122"/>
                        </a:rPr>
                        <a:t>：</a:t>
                      </a:r>
                      <a:r>
                        <a:rPr lang="en-US" altLang="zh-CN" sz="2000" u="none" kern="100" dirty="0">
                          <a:solidFill>
                            <a:srgbClr val="000000"/>
                          </a:solidFill>
                          <a:latin typeface="宋体" panose="02010600030101010101" pitchFamily="2" charset="-122"/>
                          <a:ea typeface="宋体" panose="02010600030101010101" pitchFamily="2" charset="-122"/>
                          <a:cs typeface="宋体" panose="02010600030101010101" pitchFamily="2" charset="-122"/>
                        </a:rPr>
                        <a:t> YES   Delay Time</a:t>
                      </a:r>
                      <a:r>
                        <a:rPr lang="zh-CN" altLang="zh-CN" sz="2000" u="none" kern="100" dirty="0">
                          <a:solidFill>
                            <a:srgbClr val="000000"/>
                          </a:solidFill>
                          <a:latin typeface="宋体" panose="02010600030101010101" pitchFamily="2" charset="-122"/>
                          <a:ea typeface="宋体" panose="02010600030101010101" pitchFamily="2" charset="-122"/>
                          <a:cs typeface="宋体" panose="02010600030101010101" pitchFamily="2" charset="-122"/>
                        </a:rPr>
                        <a:t>：</a:t>
                      </a:r>
                      <a:r>
                        <a:rPr lang="en-US" altLang="zh-CN" sz="2000" u="none" kern="100" dirty="0">
                          <a:solidFill>
                            <a:srgbClr val="000000"/>
                          </a:solidFill>
                          <a:latin typeface="宋体" panose="02010600030101010101" pitchFamily="2" charset="-122"/>
                          <a:ea typeface="宋体" panose="02010600030101010101" pitchFamily="2" charset="-122"/>
                          <a:cs typeface="宋体" panose="02010600030101010101" pitchFamily="2" charset="-122"/>
                        </a:rPr>
                        <a:t>0 s</a:t>
                      </a:r>
                      <a:endParaRPr lang="zh-CN" altLang="zh-CN" sz="2000" u="none"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kern="100" dirty="0" err="1">
                          <a:latin typeface="宋体" panose="02010600030101010101" pitchFamily="2" charset="-122"/>
                          <a:ea typeface="宋体" panose="02010600030101010101" pitchFamily="2" charset="-122"/>
                          <a:cs typeface="宋体" panose="02010600030101010101" pitchFamily="2" charset="-122"/>
                        </a:rPr>
                        <a:t>TimerRun</a:t>
                      </a:r>
                      <a:r>
                        <a:rPr lang="zh-CN" altLang="zh-CN" sz="2000" kern="100" dirty="0">
                          <a:latin typeface="宋体" panose="02010600030101010101" pitchFamily="2" charset="-122"/>
                          <a:ea typeface="宋体" panose="02010600030101010101" pitchFamily="2" charset="-122"/>
                          <a:cs typeface="宋体" panose="02010600030101010101" pitchFamily="2" charset="-122"/>
                        </a:rPr>
                        <a:t>：</a:t>
                      </a:r>
                      <a:r>
                        <a:rPr lang="en-US" altLang="zh-CN" sz="2000" kern="100" dirty="0">
                          <a:latin typeface="宋体" panose="02010600030101010101" pitchFamily="2" charset="-122"/>
                          <a:ea typeface="宋体" panose="02010600030101010101" pitchFamily="2" charset="-122"/>
                          <a:cs typeface="宋体" panose="02010600030101010101" pitchFamily="2" charset="-122"/>
                        </a:rPr>
                        <a:t>1 s</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en-US" altLang="zh-CN" sz="2000" kern="100" dirty="0">
                          <a:latin typeface="宋体" panose="02010600030101010101" pitchFamily="2" charset="-122"/>
                          <a:ea typeface="宋体" panose="02010600030101010101" pitchFamily="2" charset="-122"/>
                          <a:cs typeface="宋体" panose="02010600030101010101" pitchFamily="2" charset="-122"/>
                        </a:rPr>
                        <a:t>Timer Config</a:t>
                      </a:r>
                      <a:r>
                        <a:rPr lang="zh-CN" altLang="zh-CN" sz="2000" kern="100" dirty="0">
                          <a:latin typeface="宋体" panose="02010600030101010101" pitchFamily="2" charset="-122"/>
                          <a:ea typeface="宋体" panose="02010600030101010101" pitchFamily="2" charset="-122"/>
                          <a:cs typeface="宋体" panose="02010600030101010101" pitchFamily="2" charset="-122"/>
                        </a:rPr>
                        <a:t>：</a:t>
                      </a:r>
                      <a:r>
                        <a:rPr lang="en-US" altLang="zh-CN" sz="2000" kern="100" dirty="0">
                          <a:latin typeface="宋体" panose="02010600030101010101" pitchFamily="2" charset="-122"/>
                          <a:ea typeface="宋体" panose="02010600030101010101" pitchFamily="2" charset="-122"/>
                          <a:cs typeface="宋体" panose="02010600030101010101" pitchFamily="2" charset="-122"/>
                        </a:rPr>
                        <a:t> 1 s</a:t>
                      </a:r>
                      <a:endParaRPr lang="zh-CN" altLang="en-US" sz="2000" dirty="0">
                        <a:latin typeface="宋体" panose="02010600030101010101" pitchFamily="2" charset="-122"/>
                        <a:ea typeface="宋体" panose="02010600030101010101" pitchFamily="2" charset="-122"/>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7" name="直接连接符 136"/>
          <p:cNvCxnSpPr>
            <a:cxnSpLocks noChangeShapeType="1"/>
          </p:cNvCxnSpPr>
          <p:nvPr/>
        </p:nvCxnSpPr>
        <p:spPr bwMode="auto">
          <a:xfrm>
            <a:off x="977675" y="4843853"/>
            <a:ext cx="398944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9" name="AutoShape 66"/>
          <p:cNvSpPr>
            <a:spLocks noChangeArrowheads="1"/>
          </p:cNvSpPr>
          <p:nvPr/>
        </p:nvSpPr>
        <p:spPr bwMode="auto">
          <a:xfrm>
            <a:off x="5606289" y="4216293"/>
            <a:ext cx="1919222" cy="602160"/>
          </a:xfrm>
          <a:prstGeom prst="wedgeRoundRectCallout">
            <a:avLst>
              <a:gd name="adj1" fmla="val -81734"/>
              <a:gd name="adj2" fmla="val 28757"/>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开启</a:t>
            </a:r>
            <a:r>
              <a:rPr lang="zh-CN" altLang="en-US" sz="1600" dirty="0">
                <a:latin typeface="Huawei Sans" panose="020C0503030203020204" pitchFamily="34" charset="0"/>
                <a:ea typeface="方正兰亭黑简体" panose="02000000000000000000" pitchFamily="2" charset="-122"/>
              </a:rPr>
              <a:t>了</a:t>
            </a:r>
            <a:r>
              <a:rPr lang="zh-CN" altLang="zh-CN" sz="1600" dirty="0">
                <a:latin typeface="Huawei Sans" panose="020C0503030203020204" pitchFamily="34" charset="0"/>
                <a:ea typeface="方正兰亭黑简体" panose="02000000000000000000" pitchFamily="2" charset="-122"/>
              </a:rPr>
              <a:t>抢占功能，延迟时间为</a:t>
            </a:r>
            <a:r>
              <a:rPr lang="en-US" altLang="zh-CN" sz="1600" dirty="0">
                <a:latin typeface="Huawei Sans" panose="020C0503030203020204" pitchFamily="34" charset="0"/>
                <a:ea typeface="方正兰亭黑简体" panose="02000000000000000000" pitchFamily="2" charset="-122"/>
              </a:rPr>
              <a:t>0s</a:t>
            </a:r>
            <a:endParaRPr lang="en-US" altLang="zh-CN" sz="1600" b="1" dirty="0">
              <a:latin typeface="+mn-ea"/>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2"/>
            <a:r>
              <a:rPr lang="zh-CN" altLang="en-US" dirty="0" smtClean="0"/>
              <a:t>查看路由器</a:t>
            </a:r>
            <a:r>
              <a:rPr lang="en-US" altLang="zh-CN" dirty="0" smtClean="0"/>
              <a:t>R1</a:t>
            </a:r>
            <a:r>
              <a:rPr lang="zh-CN" altLang="en-US" dirty="0" smtClean="0"/>
              <a:t>的</a:t>
            </a:r>
            <a:r>
              <a:rPr lang="en-US" altLang="zh-CN" dirty="0" smtClean="0"/>
              <a:t>VRRP</a:t>
            </a:r>
            <a:r>
              <a:rPr lang="zh-CN" altLang="zh-CN" dirty="0" smtClean="0"/>
              <a:t>状态变化情况</a:t>
            </a:r>
            <a:endParaRPr lang="zh-CN" altLang="en-US" dirty="0" smtClean="0"/>
          </a:p>
          <a:p>
            <a:endParaRPr lang="en-US" altLang="zh-CN" dirty="0" smtClean="0"/>
          </a:p>
          <a:p>
            <a:endParaRPr lang="en-US" altLang="zh-CN" dirty="0" smtClean="0"/>
          </a:p>
          <a:p>
            <a:endParaRPr lang="en-US" altLang="zh-CN" dirty="0"/>
          </a:p>
        </p:txBody>
      </p:sp>
      <p:graphicFrame>
        <p:nvGraphicFramePr>
          <p:cNvPr id="5" name="表格 4"/>
          <p:cNvGraphicFramePr>
            <a:graphicFrameLocks noGrp="1"/>
          </p:cNvGraphicFramePr>
          <p:nvPr/>
        </p:nvGraphicFramePr>
        <p:xfrm>
          <a:off x="928839" y="1832109"/>
          <a:ext cx="10772628" cy="2790496"/>
        </p:xfrm>
        <a:graphic>
          <a:graphicData uri="http://schemas.openxmlformats.org/drawingml/2006/table">
            <a:tbl>
              <a:tblPr firstRow="1" firstCol="1" bandRow="1"/>
              <a:tblGrid>
                <a:gridCol w="10772628"/>
              </a:tblGrid>
              <a:tr h="2790496">
                <a:tc>
                  <a:txBody>
                    <a:bodyPr/>
                    <a:lstStyle/>
                    <a:p>
                      <a:pPr marL="0" algn="l" defTabSz="913765" rtl="0" eaLnBrk="1" latinLnBrk="0" hangingPunct="1"/>
                      <a:endParaRPr lang="en-US" altLang="zh-CN" sz="20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2000" kern="100" dirty="0">
                          <a:solidFill>
                            <a:schemeClr val="tx1"/>
                          </a:solidFill>
                          <a:latin typeface="宋体" panose="02010600030101010101" pitchFamily="2" charset="-122"/>
                          <a:ea typeface="宋体" panose="02010600030101010101" pitchFamily="2" charset="-122"/>
                          <a:cs typeface="+mn-cs"/>
                        </a:rPr>
                        <a:t>[R1]display </a:t>
                      </a:r>
                      <a:r>
                        <a:rPr lang="en-US" altLang="zh-CN" sz="2000" kern="100" dirty="0" err="1">
                          <a:solidFill>
                            <a:schemeClr val="tx1"/>
                          </a:solidFill>
                          <a:latin typeface="宋体" panose="02010600030101010101" pitchFamily="2" charset="-122"/>
                          <a:ea typeface="宋体" panose="02010600030101010101" pitchFamily="2" charset="-122"/>
                          <a:cs typeface="+mn-cs"/>
                        </a:rPr>
                        <a:t>vrrp</a:t>
                      </a:r>
                      <a:r>
                        <a:rPr lang="en-US" altLang="zh-CN" sz="2000" kern="100" dirty="0">
                          <a:solidFill>
                            <a:schemeClr val="tx1"/>
                          </a:solidFill>
                          <a:latin typeface="宋体" panose="02010600030101010101" pitchFamily="2" charset="-122"/>
                          <a:ea typeface="宋体" panose="02010600030101010101" pitchFamily="2" charset="-122"/>
                          <a:cs typeface="+mn-cs"/>
                        </a:rPr>
                        <a:t> state-change interface </a:t>
                      </a:r>
                      <a:r>
                        <a:rPr lang="en-US" altLang="zh-CN" sz="2000" kern="100" dirty="0" err="1">
                          <a:solidFill>
                            <a:schemeClr val="tx1"/>
                          </a:solidFill>
                          <a:latin typeface="宋体" panose="02010600030101010101" pitchFamily="2" charset="-122"/>
                          <a:ea typeface="宋体" panose="02010600030101010101" pitchFamily="2" charset="-122"/>
                          <a:cs typeface="+mn-cs"/>
                        </a:rPr>
                        <a:t>GigabitEthernet</a:t>
                      </a:r>
                      <a:r>
                        <a:rPr lang="en-US" altLang="zh-CN" sz="2000" kern="100" dirty="0">
                          <a:solidFill>
                            <a:schemeClr val="tx1"/>
                          </a:solidFill>
                          <a:latin typeface="宋体" panose="02010600030101010101" pitchFamily="2" charset="-122"/>
                          <a:ea typeface="宋体" panose="02010600030101010101" pitchFamily="2" charset="-122"/>
                          <a:cs typeface="+mn-cs"/>
                        </a:rPr>
                        <a:t> 0/0/0 </a:t>
                      </a:r>
                      <a:r>
                        <a:rPr lang="en-US" altLang="zh-CN" sz="2000" kern="100" dirty="0" err="1">
                          <a:solidFill>
                            <a:schemeClr val="tx1"/>
                          </a:solidFill>
                          <a:latin typeface="宋体" panose="02010600030101010101" pitchFamily="2" charset="-122"/>
                          <a:ea typeface="宋体" panose="02010600030101010101" pitchFamily="2" charset="-122"/>
                          <a:cs typeface="+mn-cs"/>
                        </a:rPr>
                        <a:t>vrid</a:t>
                      </a:r>
                      <a:r>
                        <a:rPr lang="en-US" altLang="zh-CN" sz="2000" kern="100" dirty="0">
                          <a:solidFill>
                            <a:schemeClr val="tx1"/>
                          </a:solidFill>
                          <a:latin typeface="宋体" panose="02010600030101010101" pitchFamily="2" charset="-122"/>
                          <a:ea typeface="宋体" panose="02010600030101010101" pitchFamily="2" charset="-122"/>
                          <a:cs typeface="+mn-cs"/>
                        </a:rPr>
                        <a:t> 10</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endParaRPr lang="en-US" altLang="zh-CN" sz="2000" kern="100" dirty="0" smtClean="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2000" kern="100" dirty="0" smtClean="0">
                          <a:solidFill>
                            <a:schemeClr val="tx1"/>
                          </a:solidFill>
                          <a:latin typeface="宋体" panose="02010600030101010101" pitchFamily="2" charset="-122"/>
                          <a:ea typeface="宋体" panose="02010600030101010101" pitchFamily="2" charset="-122"/>
                          <a:cs typeface="+mn-cs"/>
                        </a:rPr>
                        <a:t>Time                            </a:t>
                      </a:r>
                      <a:r>
                        <a:rPr lang="en-US" altLang="zh-CN" sz="2000" kern="100" dirty="0" err="1">
                          <a:solidFill>
                            <a:schemeClr val="tx1"/>
                          </a:solidFill>
                          <a:latin typeface="宋体" panose="02010600030101010101" pitchFamily="2" charset="-122"/>
                          <a:ea typeface="宋体" panose="02010600030101010101" pitchFamily="2" charset="-122"/>
                          <a:cs typeface="+mn-cs"/>
                        </a:rPr>
                        <a:t>Sourcestate</a:t>
                      </a:r>
                      <a:r>
                        <a:rPr lang="en-US" altLang="zh-CN" sz="2000" kern="100" dirty="0">
                          <a:solidFill>
                            <a:schemeClr val="tx1"/>
                          </a:solidFill>
                          <a:latin typeface="宋体" panose="02010600030101010101" pitchFamily="2" charset="-122"/>
                          <a:ea typeface="宋体" panose="02010600030101010101" pitchFamily="2" charset="-122"/>
                          <a:cs typeface="+mn-cs"/>
                        </a:rPr>
                        <a:t>    </a:t>
                      </a:r>
                      <a:r>
                        <a:rPr lang="en-US" altLang="zh-CN" sz="2000" kern="100" dirty="0" err="1">
                          <a:solidFill>
                            <a:schemeClr val="tx1"/>
                          </a:solidFill>
                          <a:latin typeface="宋体" panose="02010600030101010101" pitchFamily="2" charset="-122"/>
                          <a:ea typeface="宋体" panose="02010600030101010101" pitchFamily="2" charset="-122"/>
                          <a:cs typeface="+mn-cs"/>
                        </a:rPr>
                        <a:t>DestState</a:t>
                      </a:r>
                      <a:r>
                        <a:rPr lang="en-US" altLang="zh-CN" sz="2000" kern="100" dirty="0">
                          <a:solidFill>
                            <a:schemeClr val="tx1"/>
                          </a:solidFill>
                          <a:latin typeface="宋体" panose="02010600030101010101" pitchFamily="2" charset="-122"/>
                          <a:ea typeface="宋体" panose="02010600030101010101" pitchFamily="2" charset="-122"/>
                          <a:cs typeface="+mn-cs"/>
                        </a:rPr>
                        <a:t>   </a:t>
                      </a:r>
                      <a:r>
                        <a:rPr lang="en-US" altLang="zh-CN" sz="2000" kern="100" dirty="0" smtClean="0">
                          <a:solidFill>
                            <a:schemeClr val="tx1"/>
                          </a:solidFill>
                          <a:latin typeface="宋体" panose="02010600030101010101" pitchFamily="2" charset="-122"/>
                          <a:ea typeface="宋体" panose="02010600030101010101" pitchFamily="2" charset="-122"/>
                          <a:cs typeface="+mn-cs"/>
                        </a:rPr>
                        <a:t>Reason                                                            </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2000" kern="100" dirty="0">
                          <a:solidFill>
                            <a:schemeClr val="tx1"/>
                          </a:solidFill>
                          <a:latin typeface="宋体" panose="02010600030101010101" pitchFamily="2" charset="-122"/>
                          <a:ea typeface="宋体" panose="02010600030101010101" pitchFamily="2" charset="-122"/>
                          <a:cs typeface="+mn-cs"/>
                        </a:rPr>
                        <a:t>2020-01-20 05:42:00 UTC-08:00   </a:t>
                      </a:r>
                      <a:r>
                        <a:rPr lang="en-US" altLang="zh-CN" sz="2000" kern="100" dirty="0" err="1">
                          <a:solidFill>
                            <a:schemeClr val="tx1"/>
                          </a:solidFill>
                          <a:latin typeface="宋体" panose="02010600030101010101" pitchFamily="2" charset="-122"/>
                          <a:ea typeface="宋体" panose="02010600030101010101" pitchFamily="2" charset="-122"/>
                          <a:cs typeface="+mn-cs"/>
                        </a:rPr>
                        <a:t>Iinitialist</a:t>
                      </a:r>
                      <a:r>
                        <a:rPr lang="en-US" altLang="zh-CN" sz="2000" kern="100" dirty="0">
                          <a:solidFill>
                            <a:schemeClr val="tx1"/>
                          </a:solidFill>
                          <a:latin typeface="宋体" panose="02010600030101010101" pitchFamily="2" charset="-122"/>
                          <a:ea typeface="宋体" panose="02010600030101010101" pitchFamily="2" charset="-122"/>
                          <a:cs typeface="+mn-cs"/>
                        </a:rPr>
                        <a:t>     Backup     Interface up</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2000" kern="100" dirty="0">
                          <a:solidFill>
                            <a:schemeClr val="tx1"/>
                          </a:solidFill>
                          <a:latin typeface="宋体" panose="02010600030101010101" pitchFamily="2" charset="-122"/>
                          <a:ea typeface="宋体" panose="02010600030101010101" pitchFamily="2" charset="-122"/>
                          <a:cs typeface="+mn-cs"/>
                        </a:rPr>
                        <a:t>2020-01-20 05:42:03 UTC-08:00   Backup          Master     Protocol timer expired</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2000" kern="100" dirty="0">
                          <a:solidFill>
                            <a:schemeClr val="tx1"/>
                          </a:solidFill>
                          <a:latin typeface="宋体" panose="02010600030101010101" pitchFamily="2" charset="-122"/>
                          <a:ea typeface="宋体" panose="02010600030101010101" pitchFamily="2" charset="-122"/>
                          <a:cs typeface="+mn-cs"/>
                        </a:rPr>
                        <a:t>2020-01-20 06:32:00 UTC-08:00   Master          Backup     Priority calculation</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2000" kern="100" dirty="0">
                          <a:solidFill>
                            <a:schemeClr val="tx1"/>
                          </a:solidFill>
                          <a:latin typeface="宋体" panose="02010600030101010101" pitchFamily="2" charset="-122"/>
                          <a:ea typeface="宋体" panose="02010600030101010101" pitchFamily="2" charset="-122"/>
                          <a:cs typeface="+mn-cs"/>
                        </a:rPr>
                        <a:t>2020-01-20 07:42:08 UTC-08:00   Backup          Master     Priority calculation</a:t>
                      </a:r>
                      <a:endParaRPr lang="zh-CN" altLang="en-US" sz="2000" kern="100" dirty="0">
                        <a:solidFill>
                          <a:schemeClr val="tx1"/>
                        </a:solidFill>
                        <a:latin typeface="宋体" panose="02010600030101010101" pitchFamily="2" charset="-122"/>
                        <a:ea typeface="宋体" panose="02010600030101010101" pitchFamily="2" charset="-122"/>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sp>
        <p:nvSpPr>
          <p:cNvPr id="8" name="AutoShape 66"/>
          <p:cNvSpPr>
            <a:spLocks noChangeArrowheads="1"/>
          </p:cNvSpPr>
          <p:nvPr/>
        </p:nvSpPr>
        <p:spPr bwMode="auto">
          <a:xfrm>
            <a:off x="2745150" y="4853772"/>
            <a:ext cx="3220653" cy="730250"/>
          </a:xfrm>
          <a:prstGeom prst="wedgeRoundRectCallout">
            <a:avLst>
              <a:gd name="adj1" fmla="val 28609"/>
              <a:gd name="adj2" fmla="val -102909"/>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关闭和启用路由器</a:t>
            </a:r>
            <a:r>
              <a:rPr lang="en-US" altLang="zh-CN" sz="1600" dirty="0">
                <a:latin typeface="Huawei Sans" panose="020C0503030203020204" pitchFamily="34" charset="0"/>
                <a:ea typeface="方正兰亭黑简体" panose="02000000000000000000" pitchFamily="2" charset="-122"/>
              </a:rPr>
              <a:t>R1</a:t>
            </a:r>
            <a:r>
              <a:rPr lang="zh-CN" altLang="zh-CN" sz="1600" dirty="0">
                <a:latin typeface="Huawei Sans" panose="020C0503030203020204" pitchFamily="34" charset="0"/>
                <a:ea typeface="方正兰亭黑简体" panose="02000000000000000000" pitchFamily="2" charset="-122"/>
              </a:rPr>
              <a:t>接口</a:t>
            </a:r>
            <a:r>
              <a:rPr lang="en-US" altLang="zh-CN" sz="1600" dirty="0">
                <a:latin typeface="Huawei Sans" panose="020C0503030203020204" pitchFamily="34" charset="0"/>
                <a:ea typeface="方正兰亭黑简体" panose="02000000000000000000" pitchFamily="2" charset="-122"/>
              </a:rPr>
              <a:t>G0/0/1</a:t>
            </a:r>
            <a:r>
              <a:rPr lang="zh-CN" altLang="zh-CN" sz="1600" dirty="0">
                <a:latin typeface="Huawei Sans" panose="020C0503030203020204" pitchFamily="34" charset="0"/>
                <a:ea typeface="方正兰亭黑简体" panose="02000000000000000000" pitchFamily="2" charset="-122"/>
              </a:rPr>
              <a:t>导致的</a:t>
            </a:r>
            <a:r>
              <a:rPr lang="en-US" altLang="zh-CN" sz="1600" dirty="0">
                <a:latin typeface="Huawei Sans" panose="020C0503030203020204" pitchFamily="34" charset="0"/>
                <a:ea typeface="方正兰亭黑简体" panose="02000000000000000000" pitchFamily="2" charset="-122"/>
              </a:rPr>
              <a:t>VRRP</a:t>
            </a:r>
            <a:r>
              <a:rPr lang="zh-CN" altLang="zh-CN" sz="1600" dirty="0">
                <a:latin typeface="Huawei Sans" panose="020C0503030203020204" pitchFamily="34" charset="0"/>
                <a:ea typeface="方正兰亭黑简体" panose="02000000000000000000" pitchFamily="2" charset="-122"/>
              </a:rPr>
              <a:t>状态切换事件</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9" name="直接连接符 136"/>
          <p:cNvCxnSpPr>
            <a:cxnSpLocks noChangeShapeType="1"/>
          </p:cNvCxnSpPr>
          <p:nvPr/>
        </p:nvCxnSpPr>
        <p:spPr bwMode="auto">
          <a:xfrm>
            <a:off x="927202" y="3669155"/>
            <a:ext cx="10252843"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0" name="直接连接符 136"/>
          <p:cNvCxnSpPr>
            <a:cxnSpLocks noChangeShapeType="1"/>
          </p:cNvCxnSpPr>
          <p:nvPr/>
        </p:nvCxnSpPr>
        <p:spPr bwMode="auto">
          <a:xfrm flipV="1">
            <a:off x="11180045" y="3669155"/>
            <a:ext cx="0" cy="729075"/>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1" name="直接连接符 136"/>
          <p:cNvCxnSpPr>
            <a:cxnSpLocks noChangeShapeType="1"/>
          </p:cNvCxnSpPr>
          <p:nvPr/>
        </p:nvCxnSpPr>
        <p:spPr bwMode="auto">
          <a:xfrm>
            <a:off x="958731" y="4356992"/>
            <a:ext cx="10221314"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2" name="直接连接符 136"/>
          <p:cNvCxnSpPr>
            <a:cxnSpLocks noChangeShapeType="1"/>
          </p:cNvCxnSpPr>
          <p:nvPr/>
        </p:nvCxnSpPr>
        <p:spPr bwMode="auto">
          <a:xfrm flipH="1" flipV="1">
            <a:off x="927203" y="3669155"/>
            <a:ext cx="0" cy="729075"/>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right)">
                                      <p:cBhvr>
                                        <p:cTn id="15" dur="500"/>
                                        <p:tgtEl>
                                          <p:spTgt spid="11"/>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dissolv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r>
              <a:rPr lang="zh-CN" altLang="zh-CN" dirty="0" smtClean="0"/>
              <a:t>案例</a:t>
            </a:r>
            <a:r>
              <a:rPr lang="en-US" altLang="zh-CN" dirty="0" smtClean="0"/>
              <a:t>4-2  VRRP</a:t>
            </a:r>
            <a:r>
              <a:rPr lang="zh-CN" altLang="zh-CN" dirty="0" smtClean="0"/>
              <a:t>认证配置</a:t>
            </a:r>
            <a:endParaRPr lang="en-US" altLang="zh-CN" dirty="0" smtClean="0"/>
          </a:p>
          <a:p>
            <a:pPr lvl="1"/>
            <a:r>
              <a:rPr lang="zh-CN" altLang="zh-CN" dirty="0" smtClean="0"/>
              <a:t>案例背景与要求</a:t>
            </a:r>
            <a:endParaRPr lang="en-US" altLang="zh-CN" dirty="0" smtClean="0"/>
          </a:p>
          <a:p>
            <a:pPr marL="802640" lvl="2" indent="0">
              <a:buNone/>
            </a:pPr>
            <a:r>
              <a:rPr lang="zh-CN" altLang="en-US" dirty="0" smtClean="0"/>
              <a:t>企业网络</a:t>
            </a:r>
            <a:r>
              <a:rPr lang="zh-CN" altLang="zh-CN" dirty="0" smtClean="0"/>
              <a:t>拓扑中</a:t>
            </a:r>
            <a:r>
              <a:rPr lang="zh-CN" altLang="en-US" dirty="0" smtClean="0"/>
              <a:t>有</a:t>
            </a:r>
            <a:r>
              <a:rPr lang="zh-CN" altLang="zh-CN" dirty="0" smtClean="0"/>
              <a:t>一台</a:t>
            </a:r>
            <a:r>
              <a:rPr lang="en-US" altLang="zh-CN" dirty="0" smtClean="0"/>
              <a:t>PC20</a:t>
            </a:r>
            <a:r>
              <a:rPr lang="zh-CN" altLang="zh-CN" dirty="0" smtClean="0"/>
              <a:t>，</a:t>
            </a:r>
            <a:r>
              <a:rPr lang="en-US" altLang="zh-CN" dirty="0" smtClean="0"/>
              <a:t>IP</a:t>
            </a:r>
            <a:r>
              <a:rPr lang="zh-CN" altLang="zh-CN" dirty="0" smtClean="0"/>
              <a:t>地址为</a:t>
            </a:r>
            <a:r>
              <a:rPr lang="en-US" altLang="zh-CN" dirty="0" smtClean="0"/>
              <a:t>10.1.1.20/24</a:t>
            </a:r>
            <a:r>
              <a:rPr lang="zh-CN" altLang="zh-CN" dirty="0" smtClean="0"/>
              <a:t>，网关地址为</a:t>
            </a:r>
            <a:r>
              <a:rPr lang="en-US" altLang="zh-CN" dirty="0" smtClean="0"/>
              <a:t>10.1.1.253</a:t>
            </a:r>
            <a:r>
              <a:rPr lang="zh-CN" altLang="zh-CN" dirty="0" smtClean="0"/>
              <a:t>。管理员要在路由器</a:t>
            </a:r>
            <a:r>
              <a:rPr lang="en-US" altLang="zh-CN" dirty="0" smtClean="0"/>
              <a:t>R1</a:t>
            </a:r>
            <a:r>
              <a:rPr lang="zh-CN" altLang="zh-CN" dirty="0" smtClean="0"/>
              <a:t>和</a:t>
            </a:r>
            <a:r>
              <a:rPr lang="en-US" altLang="zh-CN" dirty="0" smtClean="0"/>
              <a:t>R2</a:t>
            </a:r>
            <a:r>
              <a:rPr lang="zh-CN" altLang="zh-CN" dirty="0" smtClean="0"/>
              <a:t>上添加一个</a:t>
            </a:r>
            <a:r>
              <a:rPr lang="en-US" altLang="zh-CN" dirty="0" smtClean="0"/>
              <a:t>VRRP</a:t>
            </a:r>
            <a:r>
              <a:rPr lang="zh-CN" altLang="zh-CN" dirty="0" smtClean="0"/>
              <a:t>备份组，将</a:t>
            </a:r>
            <a:r>
              <a:rPr lang="en-US" altLang="zh-CN" dirty="0" smtClean="0"/>
              <a:t>VRID</a:t>
            </a:r>
            <a:r>
              <a:rPr lang="zh-CN" altLang="zh-CN" dirty="0" smtClean="0"/>
              <a:t>设置为</a:t>
            </a:r>
            <a:r>
              <a:rPr lang="en-US" altLang="zh-CN" dirty="0" smtClean="0"/>
              <a:t>20</a:t>
            </a:r>
            <a:r>
              <a:rPr lang="zh-CN" altLang="zh-CN" dirty="0" smtClean="0"/>
              <a:t>，虚拟</a:t>
            </a:r>
            <a:r>
              <a:rPr lang="en-US" altLang="zh-CN" dirty="0" smtClean="0"/>
              <a:t>IP</a:t>
            </a:r>
            <a:r>
              <a:rPr lang="zh-CN" altLang="zh-CN" dirty="0" smtClean="0"/>
              <a:t>地址设置为</a:t>
            </a:r>
            <a:r>
              <a:rPr lang="en-US" altLang="zh-CN" dirty="0" smtClean="0"/>
              <a:t>10.1.1.253</a:t>
            </a:r>
            <a:r>
              <a:rPr lang="zh-CN" altLang="zh-CN" dirty="0" smtClean="0"/>
              <a:t>，主用路由器为路由器</a:t>
            </a:r>
            <a:r>
              <a:rPr lang="en-US" altLang="zh-CN" dirty="0" smtClean="0"/>
              <a:t>R2</a:t>
            </a:r>
            <a:r>
              <a:rPr lang="zh-CN" altLang="zh-CN" dirty="0" smtClean="0"/>
              <a:t>，备用路由器为路由器</a:t>
            </a:r>
            <a:r>
              <a:rPr lang="en-US" altLang="zh-CN" dirty="0" smtClean="0"/>
              <a:t>R1</a:t>
            </a:r>
            <a:r>
              <a:rPr lang="zh-CN" altLang="zh-CN" dirty="0" smtClean="0"/>
              <a:t>，并且它们之间需要使用密码进行</a:t>
            </a:r>
            <a:r>
              <a:rPr lang="en-US" altLang="zh-CN" dirty="0" smtClean="0"/>
              <a:t>VRRP</a:t>
            </a:r>
            <a:r>
              <a:rPr lang="zh-CN" altLang="zh-CN" dirty="0" smtClean="0"/>
              <a:t>通信</a:t>
            </a:r>
            <a:r>
              <a:rPr lang="zh-CN" altLang="en-US" dirty="0" smtClean="0"/>
              <a:t>。</a:t>
            </a:r>
            <a:endParaRPr lang="zh-CN" altLang="zh-CN" dirty="0" smtClean="0"/>
          </a:p>
          <a:p>
            <a:pPr lvl="1"/>
            <a:endParaRPr lang="en-US" altLang="zh-CN" dirty="0" smtClean="0"/>
          </a:p>
          <a:p>
            <a:endParaRPr lang="en-US" altLang="zh-CN" dirty="0" smtClean="0"/>
          </a:p>
          <a:p>
            <a:endParaRPr lang="zh-CN" altLang="zh-CN" dirty="0"/>
          </a:p>
        </p:txBody>
      </p:sp>
      <p:sp>
        <p:nvSpPr>
          <p:cNvPr id="6" name="矩形 5"/>
          <p:cNvSpPr/>
          <p:nvPr/>
        </p:nvSpPr>
        <p:spPr>
          <a:xfrm>
            <a:off x="1015999" y="2443593"/>
            <a:ext cx="10900229" cy="400110"/>
          </a:xfrm>
          <a:prstGeom prst="rect">
            <a:avLst/>
          </a:prstGeom>
        </p:spPr>
        <p:txBody>
          <a:bodyPr wrap="square">
            <a:spAutoFit/>
          </a:bodyPr>
          <a:lstStyle/>
          <a:p>
            <a:r>
              <a:rPr lang="en-US" altLang="zh-CN" sz="2000" kern="100" dirty="0">
                <a:latin typeface="宋体" panose="02010600030101010101" pitchFamily="2" charset="-122"/>
                <a:ea typeface="宋体" panose="02010600030101010101" pitchFamily="2" charset="-122"/>
                <a:cs typeface="宋体" panose="02010600030101010101" pitchFamily="2" charset="-122"/>
              </a:rPr>
              <a:t>    </a:t>
            </a:r>
            <a:endParaRPr lang="zh-CN" altLang="en-US" sz="2000" dirty="0">
              <a:latin typeface="宋体" panose="02010600030101010101" pitchFamily="2" charset="-122"/>
              <a:ea typeface="宋体" panose="02010600030101010101" pitchFamily="2" charset="-122"/>
            </a:endParaRPr>
          </a:p>
        </p:txBody>
      </p:sp>
      <p:pic>
        <p:nvPicPr>
          <p:cNvPr id="7" name="图片 6"/>
          <p:cNvPicPr/>
          <p:nvPr/>
        </p:nvPicPr>
        <p:blipFill>
          <a:blip r:embed="rId1"/>
          <a:stretch>
            <a:fillRect/>
          </a:stretch>
        </p:blipFill>
        <p:spPr>
          <a:xfrm>
            <a:off x="2611980" y="3703178"/>
            <a:ext cx="6963819" cy="2238608"/>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1"/>
            <a:r>
              <a:rPr lang="zh-CN" altLang="zh-CN" dirty="0" smtClean="0"/>
              <a:t>案例</a:t>
            </a:r>
            <a:r>
              <a:rPr lang="zh-CN" altLang="en-US" dirty="0" smtClean="0"/>
              <a:t>配置过程</a:t>
            </a:r>
            <a:endParaRPr lang="en-US" altLang="zh-CN" dirty="0" smtClean="0"/>
          </a:p>
          <a:p>
            <a:pPr lvl="2"/>
            <a:r>
              <a:rPr lang="zh-CN" altLang="zh-CN" dirty="0" smtClean="0"/>
              <a:t>在路由器</a:t>
            </a:r>
            <a:r>
              <a:rPr lang="en-US" altLang="zh-CN" dirty="0" smtClean="0"/>
              <a:t>R1</a:t>
            </a:r>
            <a:r>
              <a:rPr lang="zh-CN" altLang="zh-CN" dirty="0" smtClean="0"/>
              <a:t>和</a:t>
            </a:r>
            <a:r>
              <a:rPr lang="en-US" altLang="zh-CN" dirty="0" smtClean="0"/>
              <a:t>R2</a:t>
            </a:r>
            <a:r>
              <a:rPr lang="zh-CN" altLang="zh-CN" dirty="0" smtClean="0"/>
              <a:t>上配置</a:t>
            </a:r>
            <a:r>
              <a:rPr lang="en-US" altLang="zh-CN" dirty="0" smtClean="0"/>
              <a:t>VRRP VRID 20</a:t>
            </a:r>
            <a:r>
              <a:rPr lang="zh-CN" altLang="zh-CN" dirty="0" smtClean="0"/>
              <a:t>并启用认证功能</a:t>
            </a:r>
            <a:endParaRPr lang="en-US" altLang="zh-CN" dirty="0" smtClean="0"/>
          </a:p>
          <a:p>
            <a:endParaRPr lang="en-US" altLang="zh-CN" dirty="0" smtClean="0"/>
          </a:p>
          <a:p>
            <a:endParaRPr lang="zh-CN" altLang="zh-CN" dirty="0"/>
          </a:p>
        </p:txBody>
      </p:sp>
      <p:sp>
        <p:nvSpPr>
          <p:cNvPr id="6" name="矩形 5"/>
          <p:cNvSpPr/>
          <p:nvPr/>
        </p:nvSpPr>
        <p:spPr>
          <a:xfrm>
            <a:off x="1485899" y="3000182"/>
            <a:ext cx="10900229" cy="400110"/>
          </a:xfrm>
          <a:prstGeom prst="rect">
            <a:avLst/>
          </a:prstGeom>
        </p:spPr>
        <p:txBody>
          <a:bodyPr wrap="square">
            <a:spAutoFit/>
          </a:bodyPr>
          <a:lstStyle/>
          <a:p>
            <a:r>
              <a:rPr lang="en-US" altLang="zh-CN" sz="2000" kern="100" dirty="0">
                <a:latin typeface="宋体" panose="02010600030101010101" pitchFamily="2" charset="-122"/>
                <a:ea typeface="宋体" panose="02010600030101010101" pitchFamily="2" charset="-122"/>
                <a:cs typeface="宋体" panose="02010600030101010101" pitchFamily="2" charset="-122"/>
              </a:rPr>
              <a:t>    </a:t>
            </a:r>
            <a:endParaRPr lang="zh-CN" altLang="en-US" sz="2000" dirty="0">
              <a:latin typeface="宋体" panose="02010600030101010101" pitchFamily="2" charset="-122"/>
              <a:ea typeface="宋体" panose="02010600030101010101" pitchFamily="2" charset="-122"/>
            </a:endParaRPr>
          </a:p>
        </p:txBody>
      </p:sp>
      <p:graphicFrame>
        <p:nvGraphicFramePr>
          <p:cNvPr id="8" name="表格 7"/>
          <p:cNvGraphicFramePr>
            <a:graphicFrameLocks noGrp="1"/>
          </p:cNvGraphicFramePr>
          <p:nvPr/>
        </p:nvGraphicFramePr>
        <p:xfrm>
          <a:off x="927203" y="2274510"/>
          <a:ext cx="10360800" cy="2868989"/>
        </p:xfrm>
        <a:graphic>
          <a:graphicData uri="http://schemas.openxmlformats.org/drawingml/2006/table">
            <a:tbl>
              <a:tblPr firstRow="1" firstCol="1" bandRow="1"/>
              <a:tblGrid>
                <a:gridCol w="10360800"/>
              </a:tblGrid>
              <a:tr h="2868989">
                <a:tc>
                  <a:txBody>
                    <a:bodyPr/>
                    <a:lstStyle/>
                    <a:p>
                      <a:pPr algn="l">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[R1]interface g0/0/0</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algn="l">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[R1-GigabitEthernet0/0/0]</a:t>
                      </a:r>
                      <a:r>
                        <a:rPr lang="en-US" altLang="zh-CN" sz="2000" kern="100" dirty="0" err="1">
                          <a:solidFill>
                            <a:schemeClr val="tx1"/>
                          </a:solidFill>
                          <a:latin typeface="宋体" panose="02010600030101010101" pitchFamily="2" charset="-122"/>
                          <a:ea typeface="宋体" panose="02010600030101010101" pitchFamily="2" charset="-122"/>
                          <a:cs typeface="+mn-cs"/>
                        </a:rPr>
                        <a:t>vrrp</a:t>
                      </a:r>
                      <a:r>
                        <a:rPr lang="en-US" altLang="zh-CN" sz="2000" kern="100" dirty="0">
                          <a:solidFill>
                            <a:schemeClr val="tx1"/>
                          </a:solidFill>
                          <a:latin typeface="宋体" panose="02010600030101010101" pitchFamily="2" charset="-122"/>
                          <a:ea typeface="宋体" panose="02010600030101010101" pitchFamily="2" charset="-122"/>
                          <a:cs typeface="+mn-cs"/>
                        </a:rPr>
                        <a:t> </a:t>
                      </a:r>
                      <a:r>
                        <a:rPr lang="en-US" altLang="zh-CN" sz="2000" kern="100" dirty="0" err="1">
                          <a:solidFill>
                            <a:schemeClr val="tx1"/>
                          </a:solidFill>
                          <a:latin typeface="宋体" panose="02010600030101010101" pitchFamily="2" charset="-122"/>
                          <a:ea typeface="宋体" panose="02010600030101010101" pitchFamily="2" charset="-122"/>
                          <a:cs typeface="+mn-cs"/>
                        </a:rPr>
                        <a:t>vrid</a:t>
                      </a:r>
                      <a:r>
                        <a:rPr lang="en-US" altLang="zh-CN" sz="2000" kern="100" dirty="0">
                          <a:solidFill>
                            <a:schemeClr val="tx1"/>
                          </a:solidFill>
                          <a:latin typeface="宋体" panose="02010600030101010101" pitchFamily="2" charset="-122"/>
                          <a:ea typeface="宋体" panose="02010600030101010101" pitchFamily="2" charset="-122"/>
                          <a:cs typeface="+mn-cs"/>
                        </a:rPr>
                        <a:t> 20 virtual-</a:t>
                      </a:r>
                      <a:r>
                        <a:rPr lang="en-US" altLang="zh-CN" sz="2000" kern="100" dirty="0" err="1">
                          <a:solidFill>
                            <a:schemeClr val="tx1"/>
                          </a:solidFill>
                          <a:latin typeface="宋体" panose="02010600030101010101" pitchFamily="2" charset="-122"/>
                          <a:ea typeface="宋体" panose="02010600030101010101" pitchFamily="2" charset="-122"/>
                          <a:cs typeface="+mn-cs"/>
                        </a:rPr>
                        <a:t>ip</a:t>
                      </a:r>
                      <a:r>
                        <a:rPr lang="en-US" altLang="zh-CN" sz="2000" kern="100" dirty="0">
                          <a:solidFill>
                            <a:schemeClr val="tx1"/>
                          </a:solidFill>
                          <a:latin typeface="宋体" panose="02010600030101010101" pitchFamily="2" charset="-122"/>
                          <a:ea typeface="宋体" panose="02010600030101010101" pitchFamily="2" charset="-122"/>
                          <a:cs typeface="+mn-cs"/>
                        </a:rPr>
                        <a:t> 10.1.1.253</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algn="l">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[R1-GigabitEthernet0/0/0]</a:t>
                      </a:r>
                      <a:r>
                        <a:rPr lang="en-US" altLang="zh-CN" sz="2000" kern="100" dirty="0" err="1">
                          <a:solidFill>
                            <a:schemeClr val="tx1"/>
                          </a:solidFill>
                          <a:latin typeface="宋体" panose="02010600030101010101" pitchFamily="2" charset="-122"/>
                          <a:ea typeface="宋体" panose="02010600030101010101" pitchFamily="2" charset="-122"/>
                          <a:cs typeface="+mn-cs"/>
                        </a:rPr>
                        <a:t>vrrp</a:t>
                      </a:r>
                      <a:r>
                        <a:rPr lang="en-US" altLang="zh-CN" sz="2000" kern="100" dirty="0">
                          <a:solidFill>
                            <a:schemeClr val="tx1"/>
                          </a:solidFill>
                          <a:latin typeface="宋体" panose="02010600030101010101" pitchFamily="2" charset="-122"/>
                          <a:ea typeface="宋体" panose="02010600030101010101" pitchFamily="2" charset="-122"/>
                          <a:cs typeface="+mn-cs"/>
                        </a:rPr>
                        <a:t> </a:t>
                      </a:r>
                      <a:r>
                        <a:rPr lang="en-US" altLang="zh-CN" sz="2000" kern="100" dirty="0" err="1">
                          <a:solidFill>
                            <a:schemeClr val="tx1"/>
                          </a:solidFill>
                          <a:latin typeface="宋体" panose="02010600030101010101" pitchFamily="2" charset="-122"/>
                          <a:ea typeface="宋体" panose="02010600030101010101" pitchFamily="2" charset="-122"/>
                          <a:cs typeface="+mn-cs"/>
                        </a:rPr>
                        <a:t>vrid</a:t>
                      </a:r>
                      <a:r>
                        <a:rPr lang="en-US" altLang="zh-CN" sz="2000" kern="100" dirty="0">
                          <a:solidFill>
                            <a:schemeClr val="tx1"/>
                          </a:solidFill>
                          <a:latin typeface="宋体" panose="02010600030101010101" pitchFamily="2" charset="-122"/>
                          <a:ea typeface="宋体" panose="02010600030101010101" pitchFamily="2" charset="-122"/>
                          <a:cs typeface="+mn-cs"/>
                        </a:rPr>
                        <a:t> 20 authentication-mode simple plain </a:t>
                      </a:r>
                      <a:r>
                        <a:rPr lang="en-US" altLang="zh-CN" sz="2000" kern="100" dirty="0" err="1">
                          <a:solidFill>
                            <a:schemeClr val="tx1"/>
                          </a:solidFill>
                          <a:latin typeface="宋体" panose="02010600030101010101" pitchFamily="2" charset="-122"/>
                          <a:ea typeface="宋体" panose="02010600030101010101" pitchFamily="2" charset="-122"/>
                          <a:cs typeface="+mn-cs"/>
                        </a:rPr>
                        <a:t>huawei</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algn="l">
                        <a:spcAft>
                          <a:spcPts val="0"/>
                        </a:spcAft>
                      </a:pPr>
                      <a:endParaRPr lang="en-US" altLang="zh-CN" sz="2000" kern="100" dirty="0" smtClean="0">
                        <a:solidFill>
                          <a:schemeClr val="tx1"/>
                        </a:solidFill>
                        <a:latin typeface="宋体" panose="02010600030101010101" pitchFamily="2" charset="-122"/>
                        <a:ea typeface="宋体" panose="02010600030101010101" pitchFamily="2" charset="-122"/>
                        <a:cs typeface="+mn-cs"/>
                      </a:endParaRPr>
                    </a:p>
                    <a:p>
                      <a:pPr algn="l">
                        <a:spcAft>
                          <a:spcPts val="0"/>
                        </a:spcAft>
                      </a:pPr>
                      <a:endParaRPr lang="en-US" altLang="zh-CN" sz="2000" kern="100" dirty="0" smtClean="0">
                        <a:solidFill>
                          <a:schemeClr val="tx1"/>
                        </a:solidFill>
                        <a:latin typeface="宋体" panose="02010600030101010101" pitchFamily="2" charset="-122"/>
                        <a:ea typeface="宋体" panose="02010600030101010101" pitchFamily="2" charset="-122"/>
                        <a:cs typeface="+mn-cs"/>
                      </a:endParaRPr>
                    </a:p>
                    <a:p>
                      <a:pPr algn="l">
                        <a:spcAft>
                          <a:spcPts val="0"/>
                        </a:spcAft>
                      </a:pPr>
                      <a:r>
                        <a:rPr lang="en-US" altLang="zh-CN" sz="2000" kern="100" dirty="0" smtClean="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R2]interface g0/0/0</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algn="l">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[R2-GigabitEthernet0/0/0]</a:t>
                      </a:r>
                      <a:r>
                        <a:rPr lang="en-US" altLang="zh-CN" sz="2000" kern="100" dirty="0" err="1">
                          <a:solidFill>
                            <a:schemeClr val="tx1"/>
                          </a:solidFill>
                          <a:latin typeface="宋体" panose="02010600030101010101" pitchFamily="2" charset="-122"/>
                          <a:ea typeface="宋体" panose="02010600030101010101" pitchFamily="2" charset="-122"/>
                          <a:cs typeface="+mn-cs"/>
                        </a:rPr>
                        <a:t>vrrp</a:t>
                      </a:r>
                      <a:r>
                        <a:rPr lang="en-US" altLang="zh-CN" sz="2000" kern="100" dirty="0">
                          <a:solidFill>
                            <a:schemeClr val="tx1"/>
                          </a:solidFill>
                          <a:latin typeface="宋体" panose="02010600030101010101" pitchFamily="2" charset="-122"/>
                          <a:ea typeface="宋体" panose="02010600030101010101" pitchFamily="2" charset="-122"/>
                          <a:cs typeface="+mn-cs"/>
                        </a:rPr>
                        <a:t> </a:t>
                      </a:r>
                      <a:r>
                        <a:rPr lang="en-US" altLang="zh-CN" sz="2000" kern="100" dirty="0" err="1">
                          <a:solidFill>
                            <a:schemeClr val="tx1"/>
                          </a:solidFill>
                          <a:latin typeface="宋体" panose="02010600030101010101" pitchFamily="2" charset="-122"/>
                          <a:ea typeface="宋体" panose="02010600030101010101" pitchFamily="2" charset="-122"/>
                          <a:cs typeface="+mn-cs"/>
                        </a:rPr>
                        <a:t>vrid</a:t>
                      </a:r>
                      <a:r>
                        <a:rPr lang="en-US" altLang="zh-CN" sz="2000" kern="100" dirty="0">
                          <a:solidFill>
                            <a:schemeClr val="tx1"/>
                          </a:solidFill>
                          <a:latin typeface="宋体" panose="02010600030101010101" pitchFamily="2" charset="-122"/>
                          <a:ea typeface="宋体" panose="02010600030101010101" pitchFamily="2" charset="-122"/>
                          <a:cs typeface="+mn-cs"/>
                        </a:rPr>
                        <a:t> 20 virtual-</a:t>
                      </a:r>
                      <a:r>
                        <a:rPr lang="en-US" altLang="zh-CN" sz="2000" kern="100" dirty="0" err="1">
                          <a:solidFill>
                            <a:schemeClr val="tx1"/>
                          </a:solidFill>
                          <a:latin typeface="宋体" panose="02010600030101010101" pitchFamily="2" charset="-122"/>
                          <a:ea typeface="宋体" panose="02010600030101010101" pitchFamily="2" charset="-122"/>
                          <a:cs typeface="+mn-cs"/>
                        </a:rPr>
                        <a:t>ip</a:t>
                      </a:r>
                      <a:r>
                        <a:rPr lang="en-US" altLang="zh-CN" sz="2000" kern="100" dirty="0">
                          <a:solidFill>
                            <a:schemeClr val="tx1"/>
                          </a:solidFill>
                          <a:latin typeface="宋体" panose="02010600030101010101" pitchFamily="2" charset="-122"/>
                          <a:ea typeface="宋体" panose="02010600030101010101" pitchFamily="2" charset="-122"/>
                          <a:cs typeface="+mn-cs"/>
                        </a:rPr>
                        <a:t> 10.1.1.253</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algn="l">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[R2-GigabitEthernet0/0/0]</a:t>
                      </a:r>
                      <a:r>
                        <a:rPr lang="en-US" altLang="zh-CN" sz="2000" kern="100" dirty="0" err="1">
                          <a:solidFill>
                            <a:schemeClr val="tx1"/>
                          </a:solidFill>
                          <a:latin typeface="宋体" panose="02010600030101010101" pitchFamily="2" charset="-122"/>
                          <a:ea typeface="宋体" panose="02010600030101010101" pitchFamily="2" charset="-122"/>
                          <a:cs typeface="+mn-cs"/>
                        </a:rPr>
                        <a:t>vrrp</a:t>
                      </a:r>
                      <a:r>
                        <a:rPr lang="en-US" altLang="zh-CN" sz="2000" kern="100" dirty="0">
                          <a:solidFill>
                            <a:schemeClr val="tx1"/>
                          </a:solidFill>
                          <a:latin typeface="宋体" panose="02010600030101010101" pitchFamily="2" charset="-122"/>
                          <a:ea typeface="宋体" panose="02010600030101010101" pitchFamily="2" charset="-122"/>
                          <a:cs typeface="+mn-cs"/>
                        </a:rPr>
                        <a:t> </a:t>
                      </a:r>
                      <a:r>
                        <a:rPr lang="en-US" altLang="zh-CN" sz="2000" kern="100" dirty="0" err="1">
                          <a:solidFill>
                            <a:schemeClr val="tx1"/>
                          </a:solidFill>
                          <a:latin typeface="宋体" panose="02010600030101010101" pitchFamily="2" charset="-122"/>
                          <a:ea typeface="宋体" panose="02010600030101010101" pitchFamily="2" charset="-122"/>
                          <a:cs typeface="+mn-cs"/>
                        </a:rPr>
                        <a:t>vrid</a:t>
                      </a:r>
                      <a:r>
                        <a:rPr lang="en-US" altLang="zh-CN" sz="2000" kern="100" dirty="0">
                          <a:solidFill>
                            <a:schemeClr val="tx1"/>
                          </a:solidFill>
                          <a:latin typeface="宋体" panose="02010600030101010101" pitchFamily="2" charset="-122"/>
                          <a:ea typeface="宋体" panose="02010600030101010101" pitchFamily="2" charset="-122"/>
                          <a:cs typeface="+mn-cs"/>
                        </a:rPr>
                        <a:t> 20 priority 150</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algn="l">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[R2-GigabitEthernet0/0/0]</a:t>
                      </a:r>
                      <a:r>
                        <a:rPr lang="en-US" altLang="zh-CN" sz="2000" kern="100" dirty="0" err="1">
                          <a:solidFill>
                            <a:schemeClr val="tx1"/>
                          </a:solidFill>
                          <a:latin typeface="宋体" panose="02010600030101010101" pitchFamily="2" charset="-122"/>
                          <a:ea typeface="宋体" panose="02010600030101010101" pitchFamily="2" charset="-122"/>
                          <a:cs typeface="+mn-cs"/>
                        </a:rPr>
                        <a:t>vrrp</a:t>
                      </a:r>
                      <a:r>
                        <a:rPr lang="en-US" altLang="zh-CN" sz="2000" kern="100" dirty="0">
                          <a:solidFill>
                            <a:schemeClr val="tx1"/>
                          </a:solidFill>
                          <a:latin typeface="宋体" panose="02010600030101010101" pitchFamily="2" charset="-122"/>
                          <a:ea typeface="宋体" panose="02010600030101010101" pitchFamily="2" charset="-122"/>
                          <a:cs typeface="+mn-cs"/>
                        </a:rPr>
                        <a:t> </a:t>
                      </a:r>
                      <a:r>
                        <a:rPr lang="en-US" altLang="zh-CN" sz="2000" kern="100" dirty="0" err="1">
                          <a:solidFill>
                            <a:schemeClr val="tx1"/>
                          </a:solidFill>
                          <a:latin typeface="宋体" panose="02010600030101010101" pitchFamily="2" charset="-122"/>
                          <a:ea typeface="宋体" panose="02010600030101010101" pitchFamily="2" charset="-122"/>
                          <a:cs typeface="+mn-cs"/>
                        </a:rPr>
                        <a:t>vrid</a:t>
                      </a:r>
                      <a:r>
                        <a:rPr lang="en-US" altLang="zh-CN" sz="2000" kern="100" dirty="0">
                          <a:solidFill>
                            <a:schemeClr val="tx1"/>
                          </a:solidFill>
                          <a:latin typeface="宋体" panose="02010600030101010101" pitchFamily="2" charset="-122"/>
                          <a:ea typeface="宋体" panose="02010600030101010101" pitchFamily="2" charset="-122"/>
                          <a:cs typeface="+mn-cs"/>
                        </a:rPr>
                        <a:t> 20 authentication-mode simple plain </a:t>
                      </a:r>
                      <a:r>
                        <a:rPr lang="en-US" altLang="zh-CN" sz="2000" kern="100" dirty="0" err="1">
                          <a:solidFill>
                            <a:schemeClr val="tx1"/>
                          </a:solidFill>
                          <a:latin typeface="宋体" panose="02010600030101010101" pitchFamily="2" charset="-122"/>
                          <a:ea typeface="宋体" panose="02010600030101010101" pitchFamily="2" charset="-122"/>
                          <a:cs typeface="+mn-cs"/>
                        </a:rPr>
                        <a:t>huawei</a:t>
                      </a:r>
                      <a:endParaRPr lang="zh-CN" altLang="zh-CN" sz="2000" kern="100" dirty="0">
                        <a:solidFill>
                          <a:schemeClr val="tx1"/>
                        </a:solidFill>
                        <a:latin typeface="宋体" panose="02010600030101010101" pitchFamily="2" charset="-122"/>
                        <a:ea typeface="宋体" panose="02010600030101010101" pitchFamily="2" charset="-122"/>
                        <a:cs typeface="+mn-cs"/>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7" name="直接连接符 136"/>
          <p:cNvCxnSpPr>
            <a:cxnSpLocks noChangeShapeType="1"/>
          </p:cNvCxnSpPr>
          <p:nvPr/>
        </p:nvCxnSpPr>
        <p:spPr bwMode="auto">
          <a:xfrm>
            <a:off x="5810826" y="3239374"/>
            <a:ext cx="5004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9" name="AutoShape 66"/>
          <p:cNvSpPr>
            <a:spLocks noChangeArrowheads="1"/>
          </p:cNvSpPr>
          <p:nvPr/>
        </p:nvSpPr>
        <p:spPr bwMode="auto">
          <a:xfrm>
            <a:off x="8895604" y="2063926"/>
            <a:ext cx="1919222" cy="602160"/>
          </a:xfrm>
          <a:prstGeom prst="wedgeRoundRectCallout">
            <a:avLst>
              <a:gd name="adj1" fmla="val -44630"/>
              <a:gd name="adj2" fmla="val 96467"/>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dirty="0">
                <a:latin typeface="+mn-ea"/>
                <a:ea typeface="+mn-ea"/>
                <a:cs typeface="Times New Roman" panose="02020603050405020304" pitchFamily="18" charset="0"/>
              </a:rPr>
              <a:t>启用</a:t>
            </a:r>
            <a:r>
              <a:rPr lang="en-US" altLang="zh-CN" sz="1600" dirty="0">
                <a:latin typeface="+mn-ea"/>
                <a:ea typeface="+mn-ea"/>
                <a:cs typeface="Times New Roman" panose="02020603050405020304" pitchFamily="18" charset="0"/>
              </a:rPr>
              <a:t>VRRP</a:t>
            </a:r>
            <a:r>
              <a:rPr lang="zh-CN" altLang="en-US" sz="1600" dirty="0">
                <a:latin typeface="+mn-ea"/>
                <a:ea typeface="+mn-ea"/>
                <a:cs typeface="Times New Roman" panose="02020603050405020304" pitchFamily="18" charset="0"/>
              </a:rPr>
              <a:t>认证，密钥为</a:t>
            </a:r>
            <a:r>
              <a:rPr lang="en-US" altLang="zh-CN" sz="1600" dirty="0">
                <a:latin typeface="+mn-ea"/>
                <a:ea typeface="+mn-ea"/>
                <a:cs typeface="Times New Roman" panose="02020603050405020304" pitchFamily="18" charset="0"/>
              </a:rPr>
              <a:t>Huawei</a:t>
            </a:r>
            <a:endParaRPr lang="en-US" altLang="zh-CN" sz="1600" dirty="0">
              <a:latin typeface="+mn-ea"/>
              <a:ea typeface="+mn-ea"/>
              <a:cs typeface="Times New Roman" panose="02020603050405020304" pitchFamily="18" charset="0"/>
            </a:endParaRPr>
          </a:p>
        </p:txBody>
      </p:sp>
      <p:cxnSp>
        <p:nvCxnSpPr>
          <p:cNvPr id="10" name="直接连接符 9"/>
          <p:cNvCxnSpPr/>
          <p:nvPr/>
        </p:nvCxnSpPr>
        <p:spPr>
          <a:xfrm>
            <a:off x="927203" y="3581403"/>
            <a:ext cx="10360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2"/>
            <a:r>
              <a:rPr lang="en-US" altLang="zh-CN" dirty="0" smtClean="0"/>
              <a:t>VRRP</a:t>
            </a:r>
            <a:r>
              <a:rPr lang="zh-CN" altLang="zh-CN" dirty="0" smtClean="0"/>
              <a:t>认证验证结果</a:t>
            </a:r>
            <a:endParaRPr lang="en-US" altLang="zh-CN" dirty="0" smtClean="0"/>
          </a:p>
          <a:p>
            <a:pPr lvl="1"/>
            <a:endParaRPr lang="en-US" altLang="zh-CN" dirty="0" smtClean="0"/>
          </a:p>
          <a:p>
            <a:endParaRPr lang="en-US" altLang="zh-CN" dirty="0" smtClean="0"/>
          </a:p>
          <a:p>
            <a:endParaRPr lang="zh-CN" altLang="zh-CN" dirty="0"/>
          </a:p>
        </p:txBody>
      </p:sp>
      <p:sp>
        <p:nvSpPr>
          <p:cNvPr id="6" name="矩形 5"/>
          <p:cNvSpPr/>
          <p:nvPr/>
        </p:nvSpPr>
        <p:spPr>
          <a:xfrm>
            <a:off x="1493078" y="3079696"/>
            <a:ext cx="10900229" cy="400110"/>
          </a:xfrm>
          <a:prstGeom prst="rect">
            <a:avLst/>
          </a:prstGeom>
        </p:spPr>
        <p:txBody>
          <a:bodyPr wrap="square">
            <a:spAutoFit/>
          </a:bodyPr>
          <a:lstStyle/>
          <a:p>
            <a:r>
              <a:rPr lang="en-US" altLang="zh-CN" sz="2000" kern="100" dirty="0">
                <a:latin typeface="宋体" panose="02010600030101010101" pitchFamily="2" charset="-122"/>
                <a:ea typeface="宋体" panose="02010600030101010101" pitchFamily="2" charset="-122"/>
                <a:cs typeface="宋体" panose="02010600030101010101" pitchFamily="2" charset="-122"/>
              </a:rPr>
              <a:t>    </a:t>
            </a:r>
            <a:endParaRPr lang="zh-CN" altLang="en-US" sz="2000" dirty="0">
              <a:latin typeface="宋体" panose="02010600030101010101" pitchFamily="2" charset="-122"/>
              <a:ea typeface="宋体" panose="02010600030101010101" pitchFamily="2" charset="-122"/>
            </a:endParaRPr>
          </a:p>
        </p:txBody>
      </p:sp>
      <p:graphicFrame>
        <p:nvGraphicFramePr>
          <p:cNvPr id="7" name="表格 6"/>
          <p:cNvGraphicFramePr>
            <a:graphicFrameLocks noGrp="1"/>
          </p:cNvGraphicFramePr>
          <p:nvPr/>
        </p:nvGraphicFramePr>
        <p:xfrm>
          <a:off x="938213" y="1780621"/>
          <a:ext cx="10360800" cy="3803482"/>
        </p:xfrm>
        <a:graphic>
          <a:graphicData uri="http://schemas.openxmlformats.org/drawingml/2006/table">
            <a:tbl>
              <a:tblPr firstRow="1" firstCol="1" bandRow="1"/>
              <a:tblGrid>
                <a:gridCol w="10360800"/>
              </a:tblGrid>
              <a:tr h="3803482">
                <a:tc>
                  <a:txBody>
                    <a:bodyPr/>
                    <a:lstStyle/>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[R1]display </a:t>
                      </a:r>
                      <a:r>
                        <a:rPr lang="en-US" altLang="zh-CN" sz="2000" kern="100" dirty="0" err="1">
                          <a:solidFill>
                            <a:schemeClr val="tx1"/>
                          </a:solidFill>
                          <a:latin typeface="宋体" panose="02010600030101010101" pitchFamily="2" charset="-122"/>
                          <a:ea typeface="宋体" panose="02010600030101010101" pitchFamily="2" charset="-122"/>
                          <a:cs typeface="+mn-cs"/>
                        </a:rPr>
                        <a:t>vrrp</a:t>
                      </a:r>
                      <a:r>
                        <a:rPr lang="en-US" altLang="zh-CN" sz="2000" kern="100" dirty="0">
                          <a:solidFill>
                            <a:schemeClr val="tx1"/>
                          </a:solidFill>
                          <a:latin typeface="宋体" panose="02010600030101010101" pitchFamily="2" charset="-122"/>
                          <a:ea typeface="宋体" panose="02010600030101010101" pitchFamily="2" charset="-122"/>
                          <a:cs typeface="+mn-cs"/>
                        </a:rPr>
                        <a:t> 20</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GigabitEthernet0/0/0 </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 Virtual Router 20</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State : Backup</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Virtual IP</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10.1.1.253</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Master </a:t>
                      </a:r>
                      <a:r>
                        <a:rPr lang="en-US" altLang="zh-CN" sz="2000" kern="100" dirty="0" err="1">
                          <a:solidFill>
                            <a:schemeClr val="tx1"/>
                          </a:solidFill>
                          <a:latin typeface="宋体" panose="02010600030101010101" pitchFamily="2" charset="-122"/>
                          <a:ea typeface="宋体" panose="02010600030101010101" pitchFamily="2" charset="-122"/>
                          <a:cs typeface="+mn-cs"/>
                        </a:rPr>
                        <a:t>ip</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10.1.1.252</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err="1">
                          <a:solidFill>
                            <a:schemeClr val="tx1"/>
                          </a:solidFill>
                          <a:latin typeface="宋体" panose="02010600030101010101" pitchFamily="2" charset="-122"/>
                          <a:ea typeface="宋体" panose="02010600030101010101" pitchFamily="2" charset="-122"/>
                          <a:cs typeface="+mn-cs"/>
                        </a:rPr>
                        <a:t>PriorityRun</a:t>
                      </a:r>
                      <a:r>
                        <a:rPr lang="en-GB" altLang="zh-CN" sz="2000" kern="100" dirty="0">
                          <a:solidFill>
                            <a:schemeClr val="tx1"/>
                          </a:solidFill>
                          <a:latin typeface="宋体" panose="02010600030101010101" pitchFamily="2" charset="-122"/>
                          <a:ea typeface="宋体" panose="02010600030101010101" pitchFamily="2" charset="-122"/>
                          <a:cs typeface="+mn-cs"/>
                        </a:rPr>
                        <a:t> : 100</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err="1">
                          <a:solidFill>
                            <a:schemeClr val="tx1"/>
                          </a:solidFill>
                          <a:latin typeface="宋体" panose="02010600030101010101" pitchFamily="2" charset="-122"/>
                          <a:ea typeface="宋体" panose="02010600030101010101" pitchFamily="2" charset="-122"/>
                          <a:cs typeface="+mn-cs"/>
                        </a:rPr>
                        <a:t>PriorityConfig</a:t>
                      </a:r>
                      <a:r>
                        <a:rPr lang="en-US" altLang="zh-CN" sz="2000" kern="100" dirty="0">
                          <a:solidFill>
                            <a:schemeClr val="tx1"/>
                          </a:solidFill>
                          <a:latin typeface="宋体" panose="02010600030101010101" pitchFamily="2" charset="-122"/>
                          <a:ea typeface="宋体" panose="02010600030101010101" pitchFamily="2" charset="-122"/>
                          <a:cs typeface="+mn-cs"/>
                        </a:rPr>
                        <a:t> : 100</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err="1">
                          <a:solidFill>
                            <a:schemeClr val="tx1"/>
                          </a:solidFill>
                          <a:latin typeface="宋体" panose="02010600030101010101" pitchFamily="2" charset="-122"/>
                          <a:ea typeface="宋体" panose="02010600030101010101" pitchFamily="2" charset="-122"/>
                          <a:cs typeface="+mn-cs"/>
                        </a:rPr>
                        <a:t>MasterPriority</a:t>
                      </a:r>
                      <a:r>
                        <a:rPr lang="en-US" altLang="zh-CN" sz="2000" kern="100" dirty="0">
                          <a:solidFill>
                            <a:schemeClr val="tx1"/>
                          </a:solidFill>
                          <a:latin typeface="宋体" panose="02010600030101010101" pitchFamily="2" charset="-122"/>
                          <a:ea typeface="宋体" panose="02010600030101010101" pitchFamily="2" charset="-122"/>
                          <a:cs typeface="+mn-cs"/>
                        </a:rPr>
                        <a:t> : 150</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err="1">
                          <a:solidFill>
                            <a:schemeClr val="tx1"/>
                          </a:solidFill>
                          <a:latin typeface="宋体" panose="02010600030101010101" pitchFamily="2" charset="-122"/>
                          <a:ea typeface="宋体" panose="02010600030101010101" pitchFamily="2" charset="-122"/>
                          <a:cs typeface="+mn-cs"/>
                        </a:rPr>
                        <a:t>Preempt</a:t>
                      </a:r>
                      <a:r>
                        <a:rPr lang="en-GB" altLang="zh-CN" sz="2000" kern="100" dirty="0">
                          <a:solidFill>
                            <a:schemeClr val="tx1"/>
                          </a:solidFill>
                          <a:latin typeface="宋体" panose="02010600030101010101" pitchFamily="2" charset="-122"/>
                          <a:ea typeface="宋体" panose="02010600030101010101" pitchFamily="2" charset="-122"/>
                          <a:cs typeface="+mn-cs"/>
                        </a:rPr>
                        <a:t> : YES   Delay Time : 0 s</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err="1">
                          <a:solidFill>
                            <a:schemeClr val="tx1"/>
                          </a:solidFill>
                          <a:latin typeface="宋体" panose="02010600030101010101" pitchFamily="2" charset="-122"/>
                          <a:ea typeface="宋体" panose="02010600030101010101" pitchFamily="2" charset="-122"/>
                          <a:cs typeface="+mn-cs"/>
                        </a:rPr>
                        <a:t>TimerRun</a:t>
                      </a:r>
                      <a:r>
                        <a:rPr lang="en-GB" altLang="zh-CN" sz="2000" kern="100" dirty="0">
                          <a:solidFill>
                            <a:schemeClr val="tx1"/>
                          </a:solidFill>
                          <a:latin typeface="宋体" panose="02010600030101010101" pitchFamily="2" charset="-122"/>
                          <a:ea typeface="宋体" panose="02010600030101010101" pitchFamily="2" charset="-122"/>
                          <a:cs typeface="+mn-cs"/>
                        </a:rPr>
                        <a:t> : 1 s</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err="1">
                          <a:solidFill>
                            <a:schemeClr val="tx1"/>
                          </a:solidFill>
                          <a:latin typeface="宋体" panose="02010600030101010101" pitchFamily="2" charset="-122"/>
                          <a:ea typeface="宋体" panose="02010600030101010101" pitchFamily="2" charset="-122"/>
                          <a:cs typeface="+mn-cs"/>
                        </a:rPr>
                        <a:t>TimerConfig</a:t>
                      </a:r>
                      <a:r>
                        <a:rPr lang="en-GB" altLang="zh-CN" sz="2000" kern="100" dirty="0">
                          <a:solidFill>
                            <a:schemeClr val="tx1"/>
                          </a:solidFill>
                          <a:latin typeface="宋体" panose="02010600030101010101" pitchFamily="2" charset="-122"/>
                          <a:ea typeface="宋体" panose="02010600030101010101" pitchFamily="2" charset="-122"/>
                          <a:cs typeface="+mn-cs"/>
                        </a:rPr>
                        <a:t> : 1 s</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u="none" kern="100" dirty="0">
                          <a:solidFill>
                            <a:schemeClr val="tx1"/>
                          </a:solidFill>
                          <a:latin typeface="宋体" panose="02010600030101010101" pitchFamily="2" charset="-122"/>
                          <a:ea typeface="宋体" panose="02010600030101010101" pitchFamily="2" charset="-122"/>
                          <a:cs typeface="+mn-cs"/>
                        </a:rPr>
                        <a:t>Auth type : SIMPLE   Auth key : </a:t>
                      </a:r>
                      <a:r>
                        <a:rPr lang="en-GB" altLang="zh-CN" sz="2000" u="none" kern="100" dirty="0" err="1">
                          <a:solidFill>
                            <a:schemeClr val="tx1"/>
                          </a:solidFill>
                          <a:latin typeface="宋体" panose="02010600030101010101" pitchFamily="2" charset="-122"/>
                          <a:ea typeface="宋体" panose="02010600030101010101" pitchFamily="2" charset="-122"/>
                          <a:cs typeface="+mn-cs"/>
                        </a:rPr>
                        <a:t>huawei</a:t>
                      </a:r>
                      <a:endParaRPr lang="zh-CN" altLang="zh-CN" sz="2000" u="none" kern="100" dirty="0">
                        <a:solidFill>
                          <a:schemeClr val="tx1"/>
                        </a:solidFill>
                        <a:latin typeface="宋体" panose="02010600030101010101" pitchFamily="2" charset="-122"/>
                        <a:ea typeface="宋体" panose="02010600030101010101" pitchFamily="2" charset="-122"/>
                        <a:cs typeface="+mn-cs"/>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12" name="直接连接符 136"/>
          <p:cNvCxnSpPr>
            <a:cxnSpLocks noChangeShapeType="1"/>
          </p:cNvCxnSpPr>
          <p:nvPr/>
        </p:nvCxnSpPr>
        <p:spPr bwMode="auto">
          <a:xfrm>
            <a:off x="1279501" y="5443797"/>
            <a:ext cx="4816089"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3" name="AutoShape 66"/>
          <p:cNvSpPr>
            <a:spLocks noChangeArrowheads="1"/>
          </p:cNvSpPr>
          <p:nvPr/>
        </p:nvSpPr>
        <p:spPr bwMode="auto">
          <a:xfrm>
            <a:off x="6565900" y="4757767"/>
            <a:ext cx="2436183" cy="686030"/>
          </a:xfrm>
          <a:prstGeom prst="wedgeRoundRectCallout">
            <a:avLst>
              <a:gd name="adj1" fmla="val -68535"/>
              <a:gd name="adj2" fmla="val 33680"/>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mn-lt"/>
                <a:ea typeface="+mn-ea"/>
              </a:rPr>
              <a:t>认证模式为“</a:t>
            </a:r>
            <a:r>
              <a:rPr lang="en-US" altLang="zh-CN" sz="1600" dirty="0">
                <a:latin typeface="+mn-lt"/>
                <a:ea typeface="+mn-ea"/>
              </a:rPr>
              <a:t>SIMPLE</a:t>
            </a:r>
            <a:r>
              <a:rPr lang="zh-CN" altLang="zh-CN" sz="1600" dirty="0">
                <a:latin typeface="+mn-lt"/>
                <a:ea typeface="+mn-ea"/>
              </a:rPr>
              <a:t>”，认证密钥为“</a:t>
            </a:r>
            <a:r>
              <a:rPr lang="en-US" altLang="zh-CN" sz="1600" dirty="0" err="1">
                <a:latin typeface="+mn-lt"/>
                <a:ea typeface="+mn-ea"/>
              </a:rPr>
              <a:t>huawei</a:t>
            </a:r>
            <a:r>
              <a:rPr lang="zh-CN" altLang="zh-CN" sz="1600" dirty="0">
                <a:latin typeface="+mn-lt"/>
                <a:ea typeface="+mn-ea"/>
              </a:rPr>
              <a:t>”</a:t>
            </a:r>
            <a:endParaRPr lang="en-US" altLang="zh-CN" sz="1600" b="1" dirty="0">
              <a:latin typeface="+mn-lt"/>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r>
              <a:rPr lang="en-US" altLang="zh-CN" dirty="0" smtClean="0"/>
              <a:t>VRRP</a:t>
            </a:r>
            <a:r>
              <a:rPr lang="zh-CN" altLang="zh-CN" dirty="0" smtClean="0"/>
              <a:t>的负载均衡</a:t>
            </a:r>
            <a:endParaRPr lang="en-US" altLang="zh-CN" dirty="0" smtClean="0"/>
          </a:p>
          <a:p>
            <a:pPr lvl="1"/>
            <a:r>
              <a:rPr lang="en-US" altLang="zh-CN" dirty="0" smtClean="0"/>
              <a:t>VRRP</a:t>
            </a:r>
            <a:r>
              <a:rPr lang="zh-CN" altLang="zh-CN" dirty="0" smtClean="0"/>
              <a:t>负载均衡概述</a:t>
            </a:r>
            <a:endParaRPr lang="en-US" altLang="zh-CN" dirty="0" smtClean="0"/>
          </a:p>
          <a:p>
            <a:pPr marL="802640" lvl="2" indent="0">
              <a:buNone/>
            </a:pPr>
            <a:r>
              <a:rPr lang="en-US" altLang="zh-CN" dirty="0" smtClean="0"/>
              <a:t>VRRP</a:t>
            </a:r>
            <a:r>
              <a:rPr lang="zh-CN" altLang="en-US" dirty="0" smtClean="0"/>
              <a:t>负载均衡模式中，</a:t>
            </a:r>
            <a:r>
              <a:rPr lang="en-US" altLang="zh-CN" dirty="0" smtClean="0"/>
              <a:t>Master</a:t>
            </a:r>
            <a:r>
              <a:rPr lang="zh-CN" altLang="en-US" dirty="0" smtClean="0"/>
              <a:t>路由器负责为备份组中的路由器分配虚拟</a:t>
            </a:r>
            <a:r>
              <a:rPr lang="en-US" altLang="zh-CN" dirty="0" smtClean="0"/>
              <a:t>MAC</a:t>
            </a:r>
            <a:r>
              <a:rPr lang="zh-CN" altLang="en-US" dirty="0" smtClean="0"/>
              <a:t>地址，并为来自不同主机的</a:t>
            </a:r>
            <a:r>
              <a:rPr lang="en-US" altLang="zh-CN" dirty="0" smtClean="0"/>
              <a:t>ARP</a:t>
            </a:r>
            <a:r>
              <a:rPr lang="zh-CN" altLang="en-US" dirty="0" smtClean="0"/>
              <a:t>请求应答不同的虚拟</a:t>
            </a:r>
            <a:r>
              <a:rPr lang="en-US" altLang="zh-CN" dirty="0" smtClean="0"/>
              <a:t>MAC</a:t>
            </a:r>
            <a:r>
              <a:rPr lang="zh-CN" altLang="en-US" dirty="0" smtClean="0"/>
              <a:t>地址，从而实现流量在多台路由器之间均衡分担。</a:t>
            </a:r>
            <a:endParaRPr lang="en-US" altLang="zh-CN" dirty="0"/>
          </a:p>
        </p:txBody>
      </p:sp>
      <p:pic>
        <p:nvPicPr>
          <p:cNvPr id="7" name="图片 6"/>
          <p:cNvPicPr/>
          <p:nvPr/>
        </p:nvPicPr>
        <p:blipFill>
          <a:blip r:embed="rId1"/>
          <a:stretch>
            <a:fillRect/>
          </a:stretch>
        </p:blipFill>
        <p:spPr>
          <a:xfrm>
            <a:off x="2374900" y="3251200"/>
            <a:ext cx="7424465" cy="2727156"/>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1"/>
            <a:r>
              <a:rPr lang="en-US" altLang="zh-CN" dirty="0" smtClean="0"/>
              <a:t>VRRP</a:t>
            </a:r>
            <a:r>
              <a:rPr lang="zh-CN" altLang="zh-CN" dirty="0" smtClean="0"/>
              <a:t>负载均衡</a:t>
            </a:r>
            <a:r>
              <a:rPr lang="zh-CN" altLang="en-US" dirty="0" smtClean="0"/>
              <a:t>验证：</a:t>
            </a:r>
            <a:r>
              <a:rPr lang="zh-CN" altLang="zh-CN" dirty="0" smtClean="0"/>
              <a:t>通过分别在</a:t>
            </a:r>
            <a:r>
              <a:rPr lang="en-US" altLang="zh-CN" dirty="0" smtClean="0"/>
              <a:t>PC10</a:t>
            </a:r>
            <a:r>
              <a:rPr lang="zh-CN" altLang="zh-CN" dirty="0" smtClean="0"/>
              <a:t>和</a:t>
            </a:r>
            <a:r>
              <a:rPr lang="en-US" altLang="zh-CN" dirty="0" smtClean="0"/>
              <a:t>PC20</a:t>
            </a:r>
            <a:r>
              <a:rPr lang="zh-CN" altLang="zh-CN" dirty="0" smtClean="0"/>
              <a:t>上执行【</a:t>
            </a:r>
            <a:r>
              <a:rPr lang="en-US" altLang="zh-CN" dirty="0" err="1" smtClean="0"/>
              <a:t>tracert</a:t>
            </a:r>
            <a:r>
              <a:rPr lang="zh-CN" altLang="zh-CN" dirty="0" smtClean="0"/>
              <a:t>】命令验证负载均衡的结果</a:t>
            </a:r>
            <a:r>
              <a:rPr lang="zh-CN" altLang="en-US" dirty="0" smtClean="0"/>
              <a:t>。</a:t>
            </a:r>
            <a:endParaRPr lang="en-US" altLang="zh-CN" dirty="0"/>
          </a:p>
        </p:txBody>
      </p:sp>
      <p:graphicFrame>
        <p:nvGraphicFramePr>
          <p:cNvPr id="6" name="表格 5"/>
          <p:cNvGraphicFramePr>
            <a:graphicFrameLocks noGrp="1"/>
          </p:cNvGraphicFramePr>
          <p:nvPr/>
        </p:nvGraphicFramePr>
        <p:xfrm>
          <a:off x="2497769" y="2060554"/>
          <a:ext cx="9248143" cy="3467142"/>
        </p:xfrm>
        <a:graphic>
          <a:graphicData uri="http://schemas.openxmlformats.org/drawingml/2006/table">
            <a:tbl>
              <a:tblPr firstRow="1" firstCol="1" bandRow="1"/>
              <a:tblGrid>
                <a:gridCol w="9248143"/>
              </a:tblGrid>
              <a:tr h="3467142">
                <a:tc>
                  <a:txBody>
                    <a:bodyPr/>
                    <a:lstStyle/>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PC10&gt;tracert 172.16.1.1</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traceroute to 172.16.1.1 , 8 hops max</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ICMP</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,press </a:t>
                      </a:r>
                      <a:r>
                        <a:rPr lang="en-US" altLang="zh-CN" sz="2000" kern="100" dirty="0" err="1">
                          <a:solidFill>
                            <a:schemeClr val="tx1"/>
                          </a:solidFill>
                          <a:latin typeface="宋体" panose="02010600030101010101" pitchFamily="2" charset="-122"/>
                          <a:ea typeface="宋体" panose="02010600030101010101" pitchFamily="2" charset="-122"/>
                          <a:cs typeface="+mn-cs"/>
                        </a:rPr>
                        <a:t>Ctrl+C</a:t>
                      </a:r>
                      <a:r>
                        <a:rPr lang="en-US" altLang="zh-CN" sz="2000" kern="100" dirty="0">
                          <a:solidFill>
                            <a:schemeClr val="tx1"/>
                          </a:solidFill>
                          <a:latin typeface="宋体" panose="02010600030101010101" pitchFamily="2" charset="-122"/>
                          <a:ea typeface="宋体" panose="02010600030101010101" pitchFamily="2" charset="-122"/>
                          <a:cs typeface="+mn-cs"/>
                        </a:rPr>
                        <a:t> to stop</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1  10.1.1.251   95ms  47ms  43ms</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2  172.16.1.1   46ms  48ms  40ms</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                                       </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PC20&gt;tracert 172.16.1.1</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traceroute to 172.16.1.1 ,  8 hops max</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ICMP</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,press </a:t>
                      </a:r>
                      <a:r>
                        <a:rPr lang="en-US" altLang="zh-CN" sz="2000" kern="100" dirty="0" err="1">
                          <a:solidFill>
                            <a:schemeClr val="tx1"/>
                          </a:solidFill>
                          <a:latin typeface="宋体" panose="02010600030101010101" pitchFamily="2" charset="-122"/>
                          <a:ea typeface="宋体" panose="02010600030101010101" pitchFamily="2" charset="-122"/>
                          <a:cs typeface="+mn-cs"/>
                        </a:rPr>
                        <a:t>Ctrl+C</a:t>
                      </a:r>
                      <a:r>
                        <a:rPr lang="en-US" altLang="zh-CN" sz="2000" kern="100" dirty="0">
                          <a:solidFill>
                            <a:schemeClr val="tx1"/>
                          </a:solidFill>
                          <a:latin typeface="宋体" panose="02010600030101010101" pitchFamily="2" charset="-122"/>
                          <a:ea typeface="宋体" panose="02010600030101010101" pitchFamily="2" charset="-122"/>
                          <a:cs typeface="+mn-cs"/>
                        </a:rPr>
                        <a:t> to stop</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1  10.1.1.252   75ms  64ms  46ms</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2  172.16.1.1   64ms  72ms  67ms</a:t>
                      </a:r>
                      <a:endParaRPr lang="zh-CN" altLang="zh-CN" sz="2000" kern="100" dirty="0">
                        <a:solidFill>
                          <a:schemeClr val="tx1"/>
                        </a:solidFill>
                        <a:latin typeface="宋体" panose="02010600030101010101" pitchFamily="2" charset="-122"/>
                        <a:ea typeface="宋体" panose="02010600030101010101" pitchFamily="2" charset="-122"/>
                        <a:cs typeface="+mn-cs"/>
                      </a:endParaRPr>
                    </a:p>
                  </a:txBody>
                  <a:tcPr marL="68580" marR="6858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9" name="直接连接符 8"/>
          <p:cNvCxnSpPr>
            <a:endCxn id="6" idx="3"/>
          </p:cNvCxnSpPr>
          <p:nvPr/>
        </p:nvCxnSpPr>
        <p:spPr>
          <a:xfrm>
            <a:off x="2484703" y="3772588"/>
            <a:ext cx="92612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136"/>
          <p:cNvCxnSpPr>
            <a:cxnSpLocks noChangeShapeType="1"/>
          </p:cNvCxnSpPr>
          <p:nvPr/>
        </p:nvCxnSpPr>
        <p:spPr bwMode="auto">
          <a:xfrm>
            <a:off x="2855755" y="3296824"/>
            <a:ext cx="398944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0" name="AutoShape 66"/>
          <p:cNvSpPr>
            <a:spLocks noChangeArrowheads="1"/>
          </p:cNvSpPr>
          <p:nvPr/>
        </p:nvSpPr>
        <p:spPr bwMode="auto">
          <a:xfrm>
            <a:off x="442913" y="2325769"/>
            <a:ext cx="1752600" cy="730250"/>
          </a:xfrm>
          <a:prstGeom prst="wedgeRoundRectCallout">
            <a:avLst>
              <a:gd name="adj1" fmla="val 83460"/>
              <a:gd name="adj2" fmla="val 61169"/>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传输的路径是</a:t>
            </a:r>
            <a:r>
              <a:rPr lang="en-US" altLang="zh-CN" sz="1600" dirty="0">
                <a:latin typeface="Huawei Sans" panose="020C0503030203020204" pitchFamily="34" charset="0"/>
                <a:ea typeface="方正兰亭黑简体" panose="02000000000000000000" pitchFamily="2" charset="-122"/>
              </a:rPr>
              <a:t>PC10</a:t>
            </a:r>
            <a:r>
              <a:rPr lang="zh-CN" altLang="zh-CN"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R1</a:t>
            </a:r>
            <a:r>
              <a:rPr lang="zh-CN" altLang="zh-CN"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GW</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cxnSp>
        <p:nvCxnSpPr>
          <p:cNvPr id="11" name="直接连接符 136"/>
          <p:cNvCxnSpPr>
            <a:cxnSpLocks noChangeShapeType="1"/>
          </p:cNvCxnSpPr>
          <p:nvPr/>
        </p:nvCxnSpPr>
        <p:spPr bwMode="auto">
          <a:xfrm>
            <a:off x="2864514" y="5132195"/>
            <a:ext cx="398944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2" name="AutoShape 66"/>
          <p:cNvSpPr>
            <a:spLocks noChangeArrowheads="1"/>
          </p:cNvSpPr>
          <p:nvPr/>
        </p:nvSpPr>
        <p:spPr bwMode="auto">
          <a:xfrm>
            <a:off x="442913" y="4115922"/>
            <a:ext cx="1752600" cy="730250"/>
          </a:xfrm>
          <a:prstGeom prst="wedgeRoundRectCallout">
            <a:avLst>
              <a:gd name="adj1" fmla="val 83460"/>
              <a:gd name="adj2" fmla="val 61169"/>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传输的路径是</a:t>
            </a:r>
            <a:r>
              <a:rPr lang="en-US" altLang="zh-CN" sz="1600" dirty="0">
                <a:latin typeface="Huawei Sans" panose="020C0503030203020204" pitchFamily="34" charset="0"/>
                <a:ea typeface="方正兰亭黑简体" panose="02000000000000000000" pitchFamily="2" charset="-122"/>
              </a:rPr>
              <a:t>PC20</a:t>
            </a:r>
            <a:r>
              <a:rPr lang="zh-CN" altLang="zh-CN"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R2</a:t>
            </a:r>
            <a:r>
              <a:rPr lang="zh-CN" altLang="zh-CN"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GW</a:t>
            </a:r>
            <a:endParaRPr lang="en-US" altLang="zh-CN" sz="1600" b="1"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4.1.3 VRRP</a:t>
            </a:r>
            <a:r>
              <a:rPr lang="zh-CN" altLang="en-US" dirty="0" smtClean="0"/>
              <a:t>配置</a:t>
            </a:r>
            <a:endParaRPr lang="zh-CN" altLang="en-US" dirty="0"/>
          </a:p>
        </p:txBody>
      </p:sp>
      <p:sp>
        <p:nvSpPr>
          <p:cNvPr id="3" name="文本占位符 2"/>
          <p:cNvSpPr>
            <a:spLocks noGrp="1"/>
          </p:cNvSpPr>
          <p:nvPr>
            <p:ph type="body" sz="quarter" idx="10"/>
          </p:nvPr>
        </p:nvSpPr>
        <p:spPr/>
        <p:txBody>
          <a:bodyPr/>
          <a:lstStyle/>
          <a:p>
            <a:pPr lvl="1"/>
            <a:r>
              <a:rPr lang="en-US" altLang="zh-CN" dirty="0" smtClean="0"/>
              <a:t>VRRP</a:t>
            </a:r>
            <a:r>
              <a:rPr lang="zh-CN" altLang="zh-CN" dirty="0" smtClean="0"/>
              <a:t>负载均衡</a:t>
            </a:r>
            <a:r>
              <a:rPr lang="zh-CN" altLang="en-US" dirty="0" smtClean="0"/>
              <a:t>的验证：</a:t>
            </a:r>
            <a:r>
              <a:rPr lang="zh-CN" altLang="zh-CN" dirty="0" smtClean="0"/>
              <a:t>通过分别在</a:t>
            </a:r>
            <a:r>
              <a:rPr lang="en-US" altLang="zh-CN" dirty="0" smtClean="0"/>
              <a:t>R1</a:t>
            </a:r>
            <a:r>
              <a:rPr lang="zh-CN" altLang="zh-CN" dirty="0" smtClean="0"/>
              <a:t>和</a:t>
            </a:r>
            <a:r>
              <a:rPr lang="en-US" altLang="zh-CN" dirty="0" smtClean="0"/>
              <a:t>R2</a:t>
            </a:r>
            <a:r>
              <a:rPr lang="zh-CN" altLang="zh-CN" dirty="0" smtClean="0"/>
              <a:t>上执行【</a:t>
            </a:r>
            <a:r>
              <a:rPr lang="en-US" altLang="zh-CN" dirty="0" smtClean="0"/>
              <a:t>display </a:t>
            </a:r>
            <a:r>
              <a:rPr lang="en-US" altLang="zh-CN" dirty="0" err="1" smtClean="0"/>
              <a:t>vrrp</a:t>
            </a:r>
            <a:r>
              <a:rPr lang="en-US" altLang="zh-CN" dirty="0" smtClean="0"/>
              <a:t> brief</a:t>
            </a:r>
            <a:r>
              <a:rPr lang="zh-CN" altLang="zh-CN" dirty="0" smtClean="0"/>
              <a:t>】命令查看</a:t>
            </a:r>
            <a:r>
              <a:rPr lang="en-US" altLang="zh-CN" dirty="0" smtClean="0"/>
              <a:t>VRRP</a:t>
            </a:r>
            <a:r>
              <a:rPr lang="zh-CN" altLang="zh-CN" dirty="0" smtClean="0"/>
              <a:t>的状态信息</a:t>
            </a:r>
            <a:r>
              <a:rPr lang="zh-CN" altLang="en-US" dirty="0" smtClean="0"/>
              <a:t>。</a:t>
            </a:r>
            <a:endParaRPr lang="en-US" altLang="zh-CN" dirty="0"/>
          </a:p>
        </p:txBody>
      </p:sp>
      <p:graphicFrame>
        <p:nvGraphicFramePr>
          <p:cNvPr id="8" name="表格 7"/>
          <p:cNvGraphicFramePr>
            <a:graphicFrameLocks noGrp="1"/>
          </p:cNvGraphicFramePr>
          <p:nvPr/>
        </p:nvGraphicFramePr>
        <p:xfrm>
          <a:off x="914503" y="2222502"/>
          <a:ext cx="10360800" cy="4121148"/>
        </p:xfrm>
        <a:graphic>
          <a:graphicData uri="http://schemas.openxmlformats.org/drawingml/2006/table">
            <a:tbl>
              <a:tblPr firstRow="1" firstCol="1" bandRow="1"/>
              <a:tblGrid>
                <a:gridCol w="10360800"/>
              </a:tblGrid>
              <a:tr h="4121148">
                <a:tc>
                  <a:txBody>
                    <a:bodyPr/>
                    <a:lstStyle/>
                    <a:p>
                      <a:pPr indent="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[R1]display </a:t>
                      </a:r>
                      <a:r>
                        <a:rPr lang="en-US" sz="2000" kern="100" dirty="0" err="1">
                          <a:solidFill>
                            <a:schemeClr val="tx1"/>
                          </a:solidFill>
                          <a:latin typeface="宋体" panose="02010600030101010101" pitchFamily="2" charset="-122"/>
                          <a:ea typeface="宋体" panose="02010600030101010101" pitchFamily="2" charset="-122"/>
                          <a:cs typeface="+mn-cs"/>
                        </a:rPr>
                        <a:t>vrrp</a:t>
                      </a:r>
                      <a:r>
                        <a:rPr lang="en-US" sz="2000" kern="100" dirty="0">
                          <a:solidFill>
                            <a:schemeClr val="tx1"/>
                          </a:solidFill>
                          <a:latin typeface="宋体" panose="02010600030101010101" pitchFamily="2" charset="-122"/>
                          <a:ea typeface="宋体" panose="02010600030101010101" pitchFamily="2" charset="-122"/>
                          <a:cs typeface="+mn-cs"/>
                        </a:rPr>
                        <a:t> brief</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indent="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Total:2    Master:1      Backup:1     Non-active:0</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indent="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VRID  State     Interface             Type      Virtual IP</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indent="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                                                         </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marL="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10    Master    GE0/0/0               Normal    10.1.1.254</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marL="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20    Backup    GE0/0/0               Normal    10.1.1.253</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marL="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                                                         </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indent="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[R2]display </a:t>
                      </a:r>
                      <a:r>
                        <a:rPr lang="en-US" sz="2000" kern="100" dirty="0" err="1">
                          <a:solidFill>
                            <a:schemeClr val="tx1"/>
                          </a:solidFill>
                          <a:latin typeface="宋体" panose="02010600030101010101" pitchFamily="2" charset="-122"/>
                          <a:ea typeface="宋体" panose="02010600030101010101" pitchFamily="2" charset="-122"/>
                          <a:cs typeface="+mn-cs"/>
                        </a:rPr>
                        <a:t>vrrp</a:t>
                      </a:r>
                      <a:r>
                        <a:rPr lang="en-US" sz="2000" kern="100" dirty="0">
                          <a:solidFill>
                            <a:schemeClr val="tx1"/>
                          </a:solidFill>
                          <a:latin typeface="宋体" panose="02010600030101010101" pitchFamily="2" charset="-122"/>
                          <a:ea typeface="宋体" panose="02010600030101010101" pitchFamily="2" charset="-122"/>
                          <a:cs typeface="+mn-cs"/>
                        </a:rPr>
                        <a:t> brief</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indent="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Total:2    Master:1      Backup:1     Non-active:0</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indent="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VRID  State     Interface             Type      Virtual IP</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indent="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                                                         </a:t>
                      </a:r>
                      <a:endParaRPr lang="zh-CN" altLang="en-US" sz="2000" kern="100" dirty="0">
                        <a:solidFill>
                          <a:schemeClr val="tx1"/>
                        </a:solidFill>
                        <a:latin typeface="宋体" panose="02010600030101010101" pitchFamily="2" charset="-122"/>
                        <a:ea typeface="宋体" panose="02010600030101010101" pitchFamily="2" charset="-122"/>
                        <a:cs typeface="+mn-cs"/>
                      </a:endParaRPr>
                    </a:p>
                    <a:p>
                      <a:pPr marL="266700" algn="l">
                        <a:spcAft>
                          <a:spcPts val="0"/>
                        </a:spcAft>
                      </a:pPr>
                      <a:r>
                        <a:rPr lang="en-US" sz="2000" kern="100" dirty="0">
                          <a:solidFill>
                            <a:schemeClr val="tx1"/>
                          </a:solidFill>
                          <a:latin typeface="宋体" panose="02010600030101010101" pitchFamily="2" charset="-122"/>
                          <a:ea typeface="宋体" panose="02010600030101010101" pitchFamily="2" charset="-122"/>
                          <a:cs typeface="+mn-cs"/>
                        </a:rPr>
                        <a:t>10    Backup    GE0/0/0               Normal    10.1.1.254</a:t>
                      </a:r>
                      <a:endParaRPr lang="en-US" sz="2000" kern="100" dirty="0">
                        <a:solidFill>
                          <a:schemeClr val="tx1"/>
                        </a:solidFill>
                        <a:latin typeface="宋体" panose="02010600030101010101" pitchFamily="2" charset="-122"/>
                        <a:ea typeface="宋体" panose="02010600030101010101" pitchFamily="2" charset="-122"/>
                        <a:cs typeface="+mn-cs"/>
                      </a:endParaRPr>
                    </a:p>
                    <a:p>
                      <a:pPr marL="266700" algn="l">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20    Master    GE0/0/0               Normal    10.1.1.253</a:t>
                      </a:r>
                      <a:endParaRPr lang="zh-CN" altLang="en-US" sz="2000" kern="100" dirty="0">
                        <a:solidFill>
                          <a:schemeClr val="tx1"/>
                        </a:solidFill>
                        <a:latin typeface="宋体" panose="02010600030101010101" pitchFamily="2" charset="-122"/>
                        <a:ea typeface="宋体" panose="02010600030101010101" pitchFamily="2" charset="-122"/>
                        <a:cs typeface="+mn-cs"/>
                      </a:endParaRPr>
                    </a:p>
                  </a:txBody>
                  <a:tcPr marL="114300" marR="11430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7" name="直接连接符 6"/>
          <p:cNvCxnSpPr/>
          <p:nvPr/>
        </p:nvCxnSpPr>
        <p:spPr>
          <a:xfrm>
            <a:off x="904935" y="4223662"/>
            <a:ext cx="10360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阶段总结</a:t>
            </a:r>
            <a:endParaRPr lang="zh-CN" altLang="en-US" dirty="0"/>
          </a:p>
        </p:txBody>
      </p:sp>
      <p:sp>
        <p:nvSpPr>
          <p:cNvPr id="3" name="文本占位符 2"/>
          <p:cNvSpPr>
            <a:spLocks noGrp="1"/>
          </p:cNvSpPr>
          <p:nvPr>
            <p:ph type="body" sz="quarter" idx="10"/>
          </p:nvPr>
        </p:nvSpPr>
        <p:spPr/>
        <p:txBody>
          <a:bodyPr/>
          <a:lstStyle/>
          <a:p>
            <a:r>
              <a:rPr lang="en-US" altLang="zh-CN" smtClean="0"/>
              <a:t>VRRP</a:t>
            </a:r>
            <a:r>
              <a:rPr lang="zh-CN" altLang="en-US" smtClean="0"/>
              <a:t>的主要作用是什么？</a:t>
            </a:r>
            <a:endParaRPr lang="en-US" altLang="zh-CN" smtClean="0"/>
          </a:p>
          <a:p>
            <a:r>
              <a:rPr lang="en-US" altLang="zh-CN" smtClean="0"/>
              <a:t>VRRP</a:t>
            </a:r>
            <a:r>
              <a:rPr lang="zh-CN" altLang="en-US" smtClean="0"/>
              <a:t>的工作过程主要包括哪几个方面？</a:t>
            </a:r>
            <a:endParaRPr lang="en-US" altLang="zh-CN" smtClean="0"/>
          </a:p>
          <a:p>
            <a:r>
              <a:rPr lang="en-US" altLang="zh-CN" smtClean="0"/>
              <a:t>VRRP</a:t>
            </a:r>
            <a:r>
              <a:rPr lang="zh-CN" altLang="en-US" smtClean="0"/>
              <a:t>的基本配置命令有哪些？</a:t>
            </a:r>
            <a:endParaRPr lang="en-US" altLang="zh-CN" smtClean="0"/>
          </a:p>
          <a:p>
            <a:r>
              <a:rPr lang="en-US" altLang="zh-CN" smtClean="0"/>
              <a:t>VRRP</a:t>
            </a:r>
            <a:r>
              <a:rPr lang="zh-CN" altLang="zh-CN" smtClean="0"/>
              <a:t>的负载均衡</a:t>
            </a:r>
            <a:r>
              <a:rPr lang="zh-CN" altLang="en-US" smtClean="0"/>
              <a:t>的实现过程？</a:t>
            </a:r>
            <a:endParaRPr lang="en-US" altLang="zh-C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54816" y="1233486"/>
            <a:ext cx="11307600" cy="4984433"/>
          </a:xfrm>
        </p:spPr>
        <p:txBody>
          <a:bodyPr/>
          <a:lstStyle/>
          <a:p>
            <a:pPr marL="0" indent="0">
              <a:buNone/>
            </a:pPr>
            <a:r>
              <a:rPr lang="en-US" altLang="zh-CN" dirty="0"/>
              <a:t>4.1 VRRP</a:t>
            </a:r>
            <a:r>
              <a:rPr lang="zh-CN" altLang="en-US" dirty="0"/>
              <a:t>协议</a:t>
            </a:r>
            <a:endParaRPr lang="en-US" altLang="zh-CN" dirty="0"/>
          </a:p>
          <a:p>
            <a:pPr marL="0" indent="0">
              <a:buNone/>
            </a:pPr>
            <a:r>
              <a:rPr lang="en-US" altLang="zh-CN" dirty="0">
                <a:solidFill>
                  <a:srgbClr val="C7000B"/>
                </a:solidFill>
              </a:rPr>
              <a:t>4.2 </a:t>
            </a:r>
            <a:r>
              <a:rPr lang="zh-CN" altLang="en-US" dirty="0">
                <a:solidFill>
                  <a:srgbClr val="C7000B"/>
                </a:solidFill>
              </a:rPr>
              <a:t>链路聚合</a:t>
            </a:r>
            <a:endParaRPr lang="en-US" altLang="zh-CN" dirty="0">
              <a:solidFill>
                <a:srgbClr val="C7000B"/>
              </a:solidFill>
            </a:endParaRPr>
          </a:p>
          <a:p>
            <a:pPr marL="302260" lvl="1" indent="0">
              <a:buNone/>
            </a:pPr>
            <a:r>
              <a:rPr lang="en-US" altLang="zh-CN" dirty="0" smtClean="0">
                <a:solidFill>
                  <a:srgbClr val="C7000B"/>
                </a:solidFill>
              </a:rPr>
              <a:t>4.2.1 </a:t>
            </a:r>
            <a:r>
              <a:rPr lang="zh-CN" altLang="en-US" dirty="0" smtClean="0">
                <a:solidFill>
                  <a:srgbClr val="C7000B"/>
                </a:solidFill>
              </a:rPr>
              <a:t>链路聚合介绍</a:t>
            </a:r>
            <a:endParaRPr lang="en-US" altLang="zh-CN" dirty="0">
              <a:solidFill>
                <a:srgbClr val="C7000B"/>
              </a:solidFill>
            </a:endParaRPr>
          </a:p>
          <a:p>
            <a:pPr marL="302260" lvl="1" indent="0">
              <a:buNone/>
            </a:pPr>
            <a:r>
              <a:rPr lang="en-US" altLang="zh-CN" dirty="0">
                <a:solidFill>
                  <a:srgbClr val="C7000B"/>
                </a:solidFill>
              </a:rPr>
              <a:t>4.2.2 </a:t>
            </a:r>
            <a:r>
              <a:rPr lang="zh-CN" altLang="en-US" dirty="0">
                <a:solidFill>
                  <a:srgbClr val="C7000B"/>
                </a:solidFill>
              </a:rPr>
              <a:t>链路聚合模式</a:t>
            </a:r>
            <a:endParaRPr lang="en-US" altLang="zh-CN" dirty="0">
              <a:solidFill>
                <a:srgbClr val="C7000B"/>
              </a:solidFill>
            </a:endParaRPr>
          </a:p>
          <a:p>
            <a:pPr marL="302260" lvl="1" indent="0">
              <a:buNone/>
            </a:pPr>
            <a:r>
              <a:rPr lang="en-US" altLang="zh-CN" dirty="0" smtClean="0">
                <a:solidFill>
                  <a:srgbClr val="C7000B"/>
                </a:solidFill>
              </a:rPr>
              <a:t>4.2.3 </a:t>
            </a:r>
            <a:r>
              <a:rPr lang="zh-CN" altLang="en-US" dirty="0" smtClean="0">
                <a:solidFill>
                  <a:srgbClr val="C7000B"/>
                </a:solidFill>
              </a:rPr>
              <a:t>链路</a:t>
            </a:r>
            <a:r>
              <a:rPr lang="zh-CN" altLang="en-US" dirty="0">
                <a:solidFill>
                  <a:srgbClr val="C7000B"/>
                </a:solidFill>
              </a:rPr>
              <a:t>聚合</a:t>
            </a:r>
            <a:r>
              <a:rPr lang="zh-CN" altLang="en-US" dirty="0" smtClean="0">
                <a:solidFill>
                  <a:srgbClr val="C7000B"/>
                </a:solidFill>
              </a:rPr>
              <a:t>配置</a:t>
            </a:r>
            <a:endParaRPr lang="en-US" altLang="zh-CN" dirty="0" smtClean="0"/>
          </a:p>
          <a:p>
            <a:pPr marL="0" indent="0">
              <a:buNone/>
            </a:pPr>
            <a:r>
              <a:rPr lang="en-US" altLang="zh-CN" dirty="0" smtClean="0"/>
              <a:t>4.3 </a:t>
            </a:r>
            <a:r>
              <a:rPr lang="zh-CN" altLang="en-US" dirty="0" smtClean="0"/>
              <a:t>堆叠技术</a:t>
            </a:r>
            <a:endParaRPr lang="en-US" altLang="zh-CN"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4.2.1 </a:t>
            </a:r>
            <a:r>
              <a:rPr lang="zh-CN" altLang="en-US" dirty="0" smtClean="0"/>
              <a:t>链路聚合介绍</a:t>
            </a:r>
            <a:endParaRPr lang="zh-CN" altLang="en-US" dirty="0"/>
          </a:p>
        </p:txBody>
      </p:sp>
      <p:sp>
        <p:nvSpPr>
          <p:cNvPr id="3" name="文本占位符 2"/>
          <p:cNvSpPr>
            <a:spLocks noGrp="1"/>
          </p:cNvSpPr>
          <p:nvPr>
            <p:ph type="body" sz="quarter" idx="10"/>
          </p:nvPr>
        </p:nvSpPr>
        <p:spPr/>
        <p:txBody>
          <a:bodyPr/>
          <a:lstStyle/>
          <a:p>
            <a:r>
              <a:rPr lang="zh-CN" altLang="zh-CN" dirty="0" smtClean="0"/>
              <a:t>链路聚合概述</a:t>
            </a:r>
            <a:endParaRPr lang="en-US" altLang="zh-CN" dirty="0" smtClean="0"/>
          </a:p>
          <a:p>
            <a:pPr lvl="1"/>
            <a:r>
              <a:rPr lang="zh-CN" altLang="en-US" dirty="0" smtClean="0"/>
              <a:t>链路聚合的作用</a:t>
            </a:r>
            <a:endParaRPr lang="en-US" altLang="zh-CN" dirty="0" smtClean="0"/>
          </a:p>
          <a:p>
            <a:pPr marL="802640" lvl="2" indent="0">
              <a:buNone/>
            </a:pPr>
            <a:r>
              <a:rPr lang="zh-CN" altLang="zh-CN" dirty="0" smtClean="0"/>
              <a:t>链路聚合技术可以将多个以太网链路捆绑为一条逻辑的以太网链路。因此，在采用通过多条以太网链路连接两台设备的链路聚合设计方案时，所有链路的带宽都可以充分用来转发两台设备之间的流量，如果使用三层链路连接两台设备，这种方案可以起到节省</a:t>
            </a:r>
            <a:r>
              <a:rPr lang="en-US" altLang="zh-CN" dirty="0" smtClean="0"/>
              <a:t>IP</a:t>
            </a:r>
            <a:r>
              <a:rPr lang="zh-CN" altLang="zh-CN" dirty="0" smtClean="0"/>
              <a:t>地址的作用。</a:t>
            </a:r>
            <a:endParaRPr lang="zh-CN" altLang="zh-CN" dirty="0" smtClean="0"/>
          </a:p>
          <a:p>
            <a:pPr lvl="1"/>
            <a:endParaRPr lang="en-US" altLang="zh-CN" dirty="0" smtClean="0"/>
          </a:p>
          <a:p>
            <a:endParaRPr lang="en-US" altLang="zh-CN" dirty="0"/>
          </a:p>
        </p:txBody>
      </p:sp>
      <p:pic>
        <p:nvPicPr>
          <p:cNvPr id="4" name="图片 3"/>
          <p:cNvPicPr>
            <a:picLocks noChangeAspect="1"/>
          </p:cNvPicPr>
          <p:nvPr/>
        </p:nvPicPr>
        <p:blipFill>
          <a:blip r:embed="rId1"/>
          <a:stretch>
            <a:fillRect/>
          </a:stretch>
        </p:blipFill>
        <p:spPr>
          <a:xfrm>
            <a:off x="3712778" y="4625428"/>
            <a:ext cx="5314505" cy="985016"/>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4.2.1 </a:t>
            </a:r>
            <a:r>
              <a:rPr lang="zh-CN" altLang="en-US" dirty="0" smtClean="0"/>
              <a:t>链路聚合介绍</a:t>
            </a:r>
            <a:endParaRPr lang="zh-CN" altLang="en-US" dirty="0"/>
          </a:p>
        </p:txBody>
      </p:sp>
      <p:sp>
        <p:nvSpPr>
          <p:cNvPr id="3" name="文本占位符 2"/>
          <p:cNvSpPr>
            <a:spLocks noGrp="1"/>
          </p:cNvSpPr>
          <p:nvPr>
            <p:ph type="body" sz="quarter" idx="10"/>
          </p:nvPr>
        </p:nvSpPr>
        <p:spPr/>
        <p:txBody>
          <a:bodyPr/>
          <a:lstStyle/>
          <a:p>
            <a:r>
              <a:rPr lang="zh-CN" altLang="zh-CN" dirty="0" smtClean="0"/>
              <a:t>链路聚合</a:t>
            </a:r>
            <a:r>
              <a:rPr lang="zh-CN" altLang="en-US" dirty="0" smtClean="0"/>
              <a:t>的</a:t>
            </a:r>
            <a:r>
              <a:rPr lang="zh-CN" altLang="zh-CN" dirty="0" smtClean="0"/>
              <a:t>基本概念</a:t>
            </a:r>
            <a:endParaRPr lang="en-US" altLang="zh-CN" dirty="0" smtClean="0"/>
          </a:p>
          <a:p>
            <a:pPr lvl="1"/>
            <a:r>
              <a:rPr lang="zh-CN" altLang="en-US" dirty="0" smtClean="0"/>
              <a:t>链路</a:t>
            </a:r>
            <a:r>
              <a:rPr lang="zh-CN" altLang="zh-CN" dirty="0" smtClean="0"/>
              <a:t>聚合组</a:t>
            </a:r>
            <a:endParaRPr lang="en-US" altLang="zh-CN" dirty="0" smtClean="0"/>
          </a:p>
          <a:p>
            <a:pPr lvl="2"/>
            <a:r>
              <a:rPr lang="zh-CN" altLang="zh-CN" dirty="0" smtClean="0"/>
              <a:t>二层聚合组，是随着二层聚合端口的创建自动生成的，只包含二层以太网端口</a:t>
            </a:r>
            <a:r>
              <a:rPr lang="zh-CN" altLang="en-US" dirty="0" smtClean="0"/>
              <a:t>；</a:t>
            </a:r>
            <a:endParaRPr lang="zh-CN" altLang="zh-CN" dirty="0" smtClean="0"/>
          </a:p>
          <a:p>
            <a:pPr lvl="2"/>
            <a:r>
              <a:rPr lang="zh-CN" altLang="zh-CN" dirty="0" smtClean="0"/>
              <a:t>三层聚合组，是随着三层聚合端口的创建自动生成的，只包含三层以太网端口。</a:t>
            </a:r>
            <a:endParaRPr lang="zh-CN" altLang="zh-CN" dirty="0" smtClean="0"/>
          </a:p>
          <a:p>
            <a:pPr lvl="1"/>
            <a:r>
              <a:rPr lang="zh-CN" altLang="zh-CN" dirty="0" smtClean="0"/>
              <a:t>链路聚合</a:t>
            </a:r>
            <a:r>
              <a:rPr lang="zh-CN" altLang="en-US" dirty="0" smtClean="0"/>
              <a:t>成员端口状态</a:t>
            </a:r>
            <a:endParaRPr lang="en-US" altLang="zh-CN" dirty="0" smtClean="0"/>
          </a:p>
          <a:p>
            <a:pPr lvl="2"/>
            <a:r>
              <a:rPr lang="en-US" altLang="zh-CN" dirty="0" smtClean="0"/>
              <a:t>Selected</a:t>
            </a:r>
            <a:r>
              <a:rPr lang="zh-CN" altLang="zh-CN" dirty="0" smtClean="0"/>
              <a:t>状态</a:t>
            </a:r>
            <a:endParaRPr lang="en-US" altLang="zh-CN" dirty="0" smtClean="0"/>
          </a:p>
          <a:p>
            <a:pPr lvl="2"/>
            <a:r>
              <a:rPr lang="en-US" altLang="zh-CN" dirty="0" smtClean="0"/>
              <a:t>Unselected</a:t>
            </a:r>
            <a:r>
              <a:rPr lang="zh-CN" altLang="zh-CN" dirty="0" smtClean="0"/>
              <a:t>状态</a:t>
            </a:r>
            <a:endParaRPr lang="en-US" altLang="zh-CN" dirty="0" smtClean="0"/>
          </a:p>
          <a:p>
            <a:pPr lvl="1"/>
            <a:r>
              <a:rPr lang="zh-CN" altLang="zh-CN" dirty="0" smtClean="0"/>
              <a:t>链路聚合的实现方式</a:t>
            </a:r>
            <a:endParaRPr lang="en-US" altLang="zh-CN" dirty="0" smtClean="0"/>
          </a:p>
          <a:p>
            <a:pPr lvl="2"/>
            <a:r>
              <a:rPr lang="en-US" altLang="zh-CN" dirty="0" smtClean="0"/>
              <a:t>link-aggregation group</a:t>
            </a:r>
            <a:r>
              <a:rPr lang="zh-CN" altLang="zh-CN" dirty="0" smtClean="0"/>
              <a:t>聚合组</a:t>
            </a:r>
            <a:r>
              <a:rPr lang="en-US" altLang="zh-CN" dirty="0" smtClean="0"/>
              <a:t>                </a:t>
            </a:r>
            <a:endParaRPr lang="en-US" altLang="zh-CN" dirty="0" smtClean="0"/>
          </a:p>
          <a:p>
            <a:pPr lvl="2"/>
            <a:r>
              <a:rPr lang="en-US" altLang="zh-CN" dirty="0" smtClean="0"/>
              <a:t>IP-Trunk</a:t>
            </a:r>
            <a:r>
              <a:rPr lang="zh-CN" altLang="zh-CN" dirty="0" smtClean="0"/>
              <a:t>组</a:t>
            </a:r>
            <a:r>
              <a:rPr lang="zh-CN" altLang="en-US" dirty="0" smtClean="0"/>
              <a:t>和</a:t>
            </a:r>
            <a:r>
              <a:rPr lang="en-US" altLang="zh-CN" dirty="0" smtClean="0"/>
              <a:t>Eth-Trunk</a:t>
            </a:r>
            <a:r>
              <a:rPr lang="zh-CN" altLang="zh-CN" dirty="0" smtClean="0"/>
              <a:t>组</a:t>
            </a:r>
            <a:endParaRPr lang="en-US" altLang="zh-CN"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rotWithShape="1">
          <a:blip r:embed="rId1"/>
          <a:srcRect t="3994" b="5275"/>
          <a:stretch>
            <a:fillRect/>
          </a:stretch>
        </p:blipFill>
        <p:spPr>
          <a:xfrm>
            <a:off x="2598928" y="4381500"/>
            <a:ext cx="6624457" cy="2184400"/>
          </a:xfrm>
          <a:prstGeom prst="rect">
            <a:avLst/>
          </a:prstGeom>
          <a:noFill/>
          <a:ln>
            <a:noFill/>
          </a:ln>
        </p:spPr>
      </p:pic>
      <p:sp>
        <p:nvSpPr>
          <p:cNvPr id="2" name="标题 1"/>
          <p:cNvSpPr>
            <a:spLocks noGrp="1"/>
          </p:cNvSpPr>
          <p:nvPr>
            <p:ph type="title"/>
          </p:nvPr>
        </p:nvSpPr>
        <p:spPr/>
        <p:txBody>
          <a:bodyPr/>
          <a:lstStyle/>
          <a:p>
            <a:r>
              <a:rPr lang="en-US" altLang="zh-CN" dirty="0" smtClean="0"/>
              <a:t>4.2.2 </a:t>
            </a:r>
            <a:r>
              <a:rPr lang="zh-CN" altLang="en-US" dirty="0" smtClean="0"/>
              <a:t>链路聚合模式</a:t>
            </a:r>
            <a:endParaRPr lang="zh-CN" altLang="en-US" dirty="0"/>
          </a:p>
        </p:txBody>
      </p:sp>
      <p:sp>
        <p:nvSpPr>
          <p:cNvPr id="3" name="文本占位符 2"/>
          <p:cNvSpPr>
            <a:spLocks noGrp="1"/>
          </p:cNvSpPr>
          <p:nvPr>
            <p:ph type="body" sz="quarter" idx="10"/>
          </p:nvPr>
        </p:nvSpPr>
        <p:spPr>
          <a:xfrm>
            <a:off x="444602" y="1247556"/>
            <a:ext cx="11506097" cy="4680000"/>
          </a:xfrm>
        </p:spPr>
        <p:txBody>
          <a:bodyPr/>
          <a:lstStyle/>
          <a:p>
            <a:r>
              <a:rPr lang="zh-CN" altLang="en-US" dirty="0" smtClean="0"/>
              <a:t>链路聚合的两种模式</a:t>
            </a:r>
            <a:endParaRPr lang="en-US" altLang="zh-CN" dirty="0" smtClean="0"/>
          </a:p>
          <a:p>
            <a:pPr lvl="1"/>
            <a:r>
              <a:rPr lang="zh-CN" altLang="en-US" dirty="0" smtClean="0"/>
              <a:t>手动模式</a:t>
            </a:r>
            <a:endParaRPr lang="en-US" altLang="zh-CN" dirty="0" smtClean="0"/>
          </a:p>
          <a:p>
            <a:pPr lvl="1"/>
            <a:r>
              <a:rPr lang="zh-CN" altLang="en-US" dirty="0" smtClean="0"/>
              <a:t>动态协商模式（</a:t>
            </a:r>
            <a:r>
              <a:rPr lang="en-US" altLang="zh-CN" dirty="0" smtClean="0"/>
              <a:t>LACP</a:t>
            </a:r>
            <a:r>
              <a:rPr lang="zh-CN" altLang="en-US" dirty="0"/>
              <a:t>模式</a:t>
            </a:r>
            <a:r>
              <a:rPr lang="zh-CN" altLang="en-US" dirty="0" smtClean="0"/>
              <a:t>）</a:t>
            </a:r>
            <a:endParaRPr lang="en-US" altLang="zh-CN" dirty="0" smtClean="0"/>
          </a:p>
          <a:p>
            <a:r>
              <a:rPr lang="zh-CN" altLang="zh-CN" dirty="0" smtClean="0"/>
              <a:t>手动模式</a:t>
            </a:r>
            <a:endParaRPr lang="en-US" altLang="zh-CN" dirty="0" smtClean="0"/>
          </a:p>
          <a:p>
            <a:pPr lvl="1"/>
            <a:r>
              <a:rPr lang="zh-CN" altLang="zh-CN" dirty="0" smtClean="0"/>
              <a:t>采用</a:t>
            </a:r>
            <a:r>
              <a:rPr lang="en-US" altLang="zh-CN" dirty="0" smtClean="0"/>
              <a:t>Eth-Trunk</a:t>
            </a:r>
            <a:r>
              <a:rPr lang="zh-CN" altLang="zh-CN" dirty="0" smtClean="0"/>
              <a:t>手动模式</a:t>
            </a:r>
            <a:r>
              <a:rPr lang="zh-CN" altLang="en-US" dirty="0" smtClean="0"/>
              <a:t>时，设备</a:t>
            </a:r>
            <a:r>
              <a:rPr lang="zh-CN" altLang="zh-CN" dirty="0" smtClean="0"/>
              <a:t>执行链路捆绑，采用负载均衡的方式通过捆绑的链路发送数据</a:t>
            </a:r>
            <a:r>
              <a:rPr lang="zh-CN" altLang="en-US" dirty="0"/>
              <a:t>；</a:t>
            </a:r>
            <a:endParaRPr lang="en-US" altLang="zh-CN" dirty="0" smtClean="0"/>
          </a:p>
          <a:p>
            <a:pPr lvl="1"/>
            <a:r>
              <a:rPr lang="zh-CN" altLang="en-US" dirty="0" smtClean="0"/>
              <a:t>某条线路出现</a:t>
            </a:r>
            <a:r>
              <a:rPr lang="zh-CN" altLang="zh-CN" dirty="0" smtClean="0"/>
              <a:t>故障后</a:t>
            </a:r>
            <a:r>
              <a:rPr lang="zh-CN" altLang="en-US" dirty="0" smtClean="0"/>
              <a:t>，</a:t>
            </a:r>
            <a:r>
              <a:rPr lang="en-US" altLang="zh-CN" dirty="0" smtClean="0"/>
              <a:t>Eth-Trunk</a:t>
            </a:r>
            <a:r>
              <a:rPr lang="zh-CN" altLang="zh-CN" dirty="0" smtClean="0"/>
              <a:t>手动模式</a:t>
            </a:r>
            <a:r>
              <a:rPr lang="zh-CN" altLang="en-US" dirty="0" smtClean="0"/>
              <a:t>会</a:t>
            </a:r>
            <a:r>
              <a:rPr lang="zh-CN" altLang="zh-CN" dirty="0" smtClean="0"/>
              <a:t>使用其他链路发送数据</a:t>
            </a:r>
            <a:r>
              <a:rPr lang="zh-CN" altLang="en-US" dirty="0" smtClean="0"/>
              <a:t>。</a:t>
            </a:r>
            <a:r>
              <a:rPr lang="en-US" altLang="zh-CN" dirty="0" smtClean="0"/>
              <a:t>      </a:t>
            </a:r>
            <a:endParaRPr lang="en-US" altLang="zh-CN" dirty="0" smtClean="0"/>
          </a:p>
          <a:p>
            <a:endParaRPr lang="en-US" altLang="zh-CN"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4.2.2 </a:t>
            </a:r>
            <a:r>
              <a:rPr lang="zh-CN" altLang="en-US" dirty="0" smtClean="0"/>
              <a:t>链路聚合模式</a:t>
            </a:r>
            <a:endParaRPr lang="zh-CN" altLang="en-US" dirty="0"/>
          </a:p>
        </p:txBody>
      </p:sp>
      <p:sp>
        <p:nvSpPr>
          <p:cNvPr id="3" name="文本占位符 2"/>
          <p:cNvSpPr>
            <a:spLocks noGrp="1"/>
          </p:cNvSpPr>
          <p:nvPr>
            <p:ph type="body" sz="quarter" idx="10"/>
          </p:nvPr>
        </p:nvSpPr>
        <p:spPr/>
        <p:txBody>
          <a:bodyPr/>
          <a:lstStyle/>
          <a:p>
            <a:r>
              <a:rPr lang="en-US" altLang="zh-CN" dirty="0" smtClean="0"/>
              <a:t>LACP</a:t>
            </a:r>
            <a:r>
              <a:rPr lang="zh-CN" altLang="zh-CN" dirty="0" smtClean="0"/>
              <a:t>模式</a:t>
            </a:r>
            <a:r>
              <a:rPr lang="zh-CN" altLang="en-US" dirty="0" smtClean="0"/>
              <a:t>基本概念</a:t>
            </a:r>
            <a:endParaRPr lang="en-US" altLang="zh-CN" dirty="0" smtClean="0"/>
          </a:p>
          <a:p>
            <a:pPr lvl="1"/>
            <a:r>
              <a:rPr lang="zh-CN" altLang="en-US" dirty="0" smtClean="0"/>
              <a:t>定义：</a:t>
            </a:r>
            <a:r>
              <a:rPr lang="en-US" altLang="zh-CN" dirty="0" smtClean="0"/>
              <a:t>LACP</a:t>
            </a:r>
            <a:r>
              <a:rPr lang="zh-CN" altLang="en-US" dirty="0" smtClean="0"/>
              <a:t>也称为</a:t>
            </a:r>
            <a:r>
              <a:rPr lang="zh-CN" altLang="zh-CN" dirty="0" smtClean="0"/>
              <a:t>链路聚合控制协议（</a:t>
            </a:r>
            <a:r>
              <a:rPr lang="en-US" altLang="zh-CN" dirty="0" smtClean="0"/>
              <a:t>Link Aggregation Control Protocol</a:t>
            </a:r>
            <a:r>
              <a:rPr lang="zh-CN" altLang="zh-CN" dirty="0" smtClean="0"/>
              <a:t>）</a:t>
            </a:r>
            <a:r>
              <a:rPr lang="zh-CN" altLang="en-US" dirty="0"/>
              <a:t>；</a:t>
            </a:r>
            <a:endParaRPr lang="en-US" altLang="zh-CN" dirty="0" smtClean="0"/>
          </a:p>
          <a:p>
            <a:pPr lvl="1"/>
            <a:r>
              <a:rPr lang="zh-CN" altLang="en-US" dirty="0" smtClean="0"/>
              <a:t>作用：</a:t>
            </a:r>
            <a:r>
              <a:rPr lang="zh-CN" altLang="zh-CN" dirty="0" smtClean="0"/>
              <a:t>为建立链路聚合的设备之间提供协商和维护这条</a:t>
            </a:r>
            <a:r>
              <a:rPr lang="en-US" altLang="zh-CN" dirty="0" smtClean="0"/>
              <a:t>Eth-Trunk</a:t>
            </a:r>
            <a:r>
              <a:rPr lang="zh-CN" altLang="zh-CN" dirty="0" smtClean="0"/>
              <a:t>的标准</a:t>
            </a:r>
            <a:r>
              <a:rPr lang="zh-CN" altLang="en-US" dirty="0"/>
              <a:t>；</a:t>
            </a:r>
            <a:endParaRPr lang="en-US" altLang="zh-CN" dirty="0" smtClean="0"/>
          </a:p>
          <a:p>
            <a:pPr lvl="1"/>
            <a:r>
              <a:rPr lang="zh-CN" altLang="en-US" dirty="0" smtClean="0"/>
              <a:t>步骤：首先</a:t>
            </a:r>
            <a:r>
              <a:rPr lang="zh-CN" altLang="zh-CN" dirty="0" smtClean="0"/>
              <a:t>在两边的设备上创建</a:t>
            </a:r>
            <a:r>
              <a:rPr lang="en-US" altLang="zh-CN" dirty="0" smtClean="0"/>
              <a:t>Eth-Trunk</a:t>
            </a:r>
            <a:r>
              <a:rPr lang="zh-CN" altLang="zh-CN" dirty="0" smtClean="0"/>
              <a:t>逻辑端口，然后将</a:t>
            </a:r>
            <a:r>
              <a:rPr lang="zh-CN" altLang="en-US" dirty="0" smtClean="0"/>
              <a:t>此</a:t>
            </a:r>
            <a:r>
              <a:rPr lang="zh-CN" altLang="zh-CN" dirty="0" smtClean="0"/>
              <a:t>端口配置为</a:t>
            </a:r>
            <a:r>
              <a:rPr lang="en-US" altLang="zh-CN" dirty="0" smtClean="0"/>
              <a:t>LACP</a:t>
            </a:r>
            <a:r>
              <a:rPr lang="zh-CN" altLang="zh-CN" dirty="0" smtClean="0"/>
              <a:t>模式，最后再把需要捆绑的物理端口添加到这个</a:t>
            </a:r>
            <a:r>
              <a:rPr lang="en-US" altLang="zh-CN" dirty="0" smtClean="0"/>
              <a:t>Eth-Trunk</a:t>
            </a:r>
            <a:r>
              <a:rPr lang="zh-CN" altLang="zh-CN" dirty="0" smtClean="0"/>
              <a:t>中。</a:t>
            </a:r>
            <a:endParaRPr lang="en-US" altLang="zh-CN" dirty="0" smtClean="0"/>
          </a:p>
          <a:p>
            <a:endParaRPr lang="en-US" altLang="zh-C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4.2.2 </a:t>
            </a:r>
            <a:r>
              <a:rPr lang="zh-CN" altLang="en-US" dirty="0" smtClean="0"/>
              <a:t>链路聚合模式</a:t>
            </a:r>
            <a:endParaRPr lang="zh-CN" altLang="en-US" dirty="0"/>
          </a:p>
        </p:txBody>
      </p:sp>
      <p:sp>
        <p:nvSpPr>
          <p:cNvPr id="3" name="文本占位符 2"/>
          <p:cNvSpPr>
            <a:spLocks noGrp="1"/>
          </p:cNvSpPr>
          <p:nvPr>
            <p:ph type="body" sz="quarter" idx="10"/>
          </p:nvPr>
        </p:nvSpPr>
        <p:spPr/>
        <p:txBody>
          <a:bodyPr/>
          <a:lstStyle/>
          <a:p>
            <a:r>
              <a:rPr lang="en-US" altLang="zh-CN" dirty="0" smtClean="0"/>
              <a:t>LACP</a:t>
            </a:r>
            <a:r>
              <a:rPr lang="zh-CN" altLang="zh-CN" dirty="0" smtClean="0"/>
              <a:t>模式</a:t>
            </a:r>
            <a:r>
              <a:rPr lang="zh-CN" altLang="en-US" dirty="0" smtClean="0"/>
              <a:t>的协商过程</a:t>
            </a:r>
            <a:endParaRPr lang="en-US" altLang="zh-CN" dirty="0" smtClean="0"/>
          </a:p>
          <a:p>
            <a:pPr lvl="1"/>
            <a:r>
              <a:rPr lang="zh-CN" altLang="en-US" dirty="0" smtClean="0"/>
              <a:t>确定</a:t>
            </a:r>
            <a:r>
              <a:rPr lang="en-US" altLang="zh-CN" dirty="0" smtClean="0"/>
              <a:t>LACP</a:t>
            </a:r>
            <a:r>
              <a:rPr lang="zh-CN" altLang="zh-CN" dirty="0" smtClean="0"/>
              <a:t>主动端</a:t>
            </a:r>
            <a:endParaRPr lang="en-US" altLang="zh-CN" dirty="0" smtClean="0"/>
          </a:p>
          <a:p>
            <a:pPr marL="802640" lvl="2" indent="0">
              <a:buNone/>
            </a:pPr>
            <a:r>
              <a:rPr lang="zh-CN" altLang="zh-CN" dirty="0" smtClean="0"/>
              <a:t>系统优先级</a:t>
            </a:r>
            <a:r>
              <a:rPr lang="zh-CN" altLang="en-US" dirty="0" smtClean="0"/>
              <a:t>高的交换机将成为</a:t>
            </a:r>
            <a:r>
              <a:rPr lang="en-US" altLang="zh-CN" dirty="0" smtClean="0"/>
              <a:t>LACP</a:t>
            </a:r>
            <a:r>
              <a:rPr lang="zh-CN" altLang="zh-CN" dirty="0" smtClean="0"/>
              <a:t>主动端。如</a:t>
            </a:r>
            <a:r>
              <a:rPr lang="zh-CN" altLang="en-US" dirty="0" smtClean="0"/>
              <a:t>果</a:t>
            </a:r>
            <a:r>
              <a:rPr lang="zh-CN" altLang="zh-CN" dirty="0" smtClean="0"/>
              <a:t>系统优先级相同，则</a:t>
            </a:r>
            <a:r>
              <a:rPr lang="en-US" altLang="zh-CN" dirty="0" smtClean="0"/>
              <a:t>MAC</a:t>
            </a:r>
            <a:r>
              <a:rPr lang="zh-CN" altLang="zh-CN" dirty="0" smtClean="0"/>
              <a:t>地址较小的交换机会成为</a:t>
            </a:r>
            <a:r>
              <a:rPr lang="en-US" altLang="zh-CN" dirty="0" smtClean="0"/>
              <a:t>LACP</a:t>
            </a:r>
            <a:r>
              <a:rPr lang="zh-CN" altLang="zh-CN" dirty="0" smtClean="0"/>
              <a:t>主动端</a:t>
            </a:r>
            <a:r>
              <a:rPr lang="zh-CN" altLang="en-US" dirty="0" smtClean="0"/>
              <a:t>。</a:t>
            </a:r>
            <a:endParaRPr lang="en-US" altLang="zh-CN" dirty="0" smtClean="0"/>
          </a:p>
          <a:p>
            <a:pPr lvl="1"/>
            <a:r>
              <a:rPr lang="zh-CN" altLang="en-US" dirty="0" smtClean="0"/>
              <a:t>确定主用链路</a:t>
            </a:r>
            <a:endParaRPr lang="en-US" altLang="zh-CN" dirty="0" smtClean="0"/>
          </a:p>
          <a:p>
            <a:pPr marL="802640" lvl="2" indent="0">
              <a:buNone/>
            </a:pPr>
            <a:r>
              <a:rPr lang="zh-CN" altLang="zh-CN" dirty="0" smtClean="0"/>
              <a:t>端口优先级最高的</a:t>
            </a:r>
            <a:r>
              <a:rPr lang="en-US" altLang="zh-CN" dirty="0" smtClean="0"/>
              <a:t>N</a:t>
            </a:r>
            <a:r>
              <a:rPr lang="zh-CN" altLang="zh-CN" dirty="0" smtClean="0"/>
              <a:t>个端口会与对端建立</a:t>
            </a:r>
            <a:r>
              <a:rPr lang="en-US" altLang="zh-CN" dirty="0" smtClean="0"/>
              <a:t>Eth-Trunk</a:t>
            </a:r>
            <a:r>
              <a:rPr lang="zh-CN" altLang="zh-CN" dirty="0" smtClean="0"/>
              <a:t>主用链路，其余端口</a:t>
            </a:r>
            <a:r>
              <a:rPr lang="zh-CN" altLang="en-US" dirty="0" smtClean="0"/>
              <a:t>为</a:t>
            </a:r>
            <a:r>
              <a:rPr lang="zh-CN" altLang="zh-CN" dirty="0" smtClean="0"/>
              <a:t>备用链路。</a:t>
            </a:r>
            <a:endParaRPr lang="en-US" altLang="zh-CN" dirty="0" smtClean="0"/>
          </a:p>
          <a:p>
            <a:pPr lvl="1"/>
            <a:endParaRPr lang="en-US" altLang="zh-CN"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4.2.2 </a:t>
            </a:r>
            <a:r>
              <a:rPr lang="zh-CN" altLang="en-US" dirty="0" smtClean="0"/>
              <a:t>链路聚合模式</a:t>
            </a:r>
            <a:endParaRPr lang="zh-CN" altLang="en-US" dirty="0"/>
          </a:p>
        </p:txBody>
      </p:sp>
      <p:sp>
        <p:nvSpPr>
          <p:cNvPr id="3" name="文本占位符 2"/>
          <p:cNvSpPr>
            <a:spLocks noGrp="1"/>
          </p:cNvSpPr>
          <p:nvPr>
            <p:ph type="body" sz="quarter" idx="10"/>
          </p:nvPr>
        </p:nvSpPr>
        <p:spPr/>
        <p:txBody>
          <a:bodyPr/>
          <a:lstStyle/>
          <a:p>
            <a:r>
              <a:rPr lang="en-US" altLang="zh-CN" dirty="0" smtClean="0"/>
              <a:t>LACP</a:t>
            </a:r>
            <a:r>
              <a:rPr lang="zh-CN" altLang="zh-CN" dirty="0" smtClean="0"/>
              <a:t>模式</a:t>
            </a:r>
            <a:r>
              <a:rPr lang="zh-CN" altLang="en-US" dirty="0" smtClean="0"/>
              <a:t>的协商示例</a:t>
            </a:r>
            <a:endParaRPr lang="en-US" altLang="zh-CN" dirty="0" smtClean="0"/>
          </a:p>
          <a:p>
            <a:pPr lvl="1"/>
            <a:r>
              <a:rPr lang="zh-CN" altLang="en-US" dirty="0" smtClean="0"/>
              <a:t>假定</a:t>
            </a:r>
            <a:r>
              <a:rPr lang="zh-CN" altLang="zh-CN" dirty="0" smtClean="0"/>
              <a:t>交换机</a:t>
            </a:r>
            <a:r>
              <a:rPr lang="en-US" altLang="zh-CN" dirty="0" smtClean="0"/>
              <a:t>SW1</a:t>
            </a:r>
            <a:r>
              <a:rPr lang="zh-CN" altLang="zh-CN" dirty="0" smtClean="0"/>
              <a:t>的系统优先级高于交换机</a:t>
            </a:r>
            <a:r>
              <a:rPr lang="en-US" altLang="zh-CN" dirty="0" smtClean="0"/>
              <a:t>SW2</a:t>
            </a:r>
            <a:r>
              <a:rPr lang="zh-CN" altLang="zh-CN" dirty="0" smtClean="0"/>
              <a:t>，因此，交换机</a:t>
            </a:r>
            <a:r>
              <a:rPr lang="en-US" altLang="zh-CN" dirty="0" smtClean="0"/>
              <a:t>SW1</a:t>
            </a:r>
            <a:r>
              <a:rPr lang="zh-CN" altLang="zh-CN" dirty="0" smtClean="0"/>
              <a:t>成为</a:t>
            </a:r>
            <a:r>
              <a:rPr lang="en-US" altLang="zh-CN" dirty="0" smtClean="0"/>
              <a:t>LACP</a:t>
            </a:r>
            <a:r>
              <a:rPr lang="zh-CN" altLang="zh-CN" dirty="0" smtClean="0"/>
              <a:t>主动端</a:t>
            </a:r>
            <a:r>
              <a:rPr lang="zh-CN" altLang="en-US" dirty="0" smtClean="0"/>
              <a:t>；</a:t>
            </a:r>
            <a:endParaRPr lang="en-US" altLang="zh-CN" dirty="0" smtClean="0"/>
          </a:p>
          <a:p>
            <a:pPr lvl="1"/>
            <a:r>
              <a:rPr lang="zh-CN" altLang="en-US" dirty="0" smtClean="0"/>
              <a:t>假定</a:t>
            </a:r>
            <a:r>
              <a:rPr lang="zh-CN" altLang="zh-CN" dirty="0" smtClean="0"/>
              <a:t>将</a:t>
            </a:r>
            <a:r>
              <a:rPr lang="en-US" altLang="zh-CN" dirty="0" smtClean="0"/>
              <a:t>SW1</a:t>
            </a:r>
            <a:r>
              <a:rPr lang="zh-CN" altLang="zh-CN" dirty="0" smtClean="0"/>
              <a:t>主用链路的数量设置为了两条，而</a:t>
            </a:r>
            <a:r>
              <a:rPr lang="en-US" altLang="zh-CN" dirty="0" smtClean="0"/>
              <a:t>SW1</a:t>
            </a:r>
            <a:r>
              <a:rPr lang="zh-CN" altLang="zh-CN" dirty="0" smtClean="0"/>
              <a:t>的端口</a:t>
            </a:r>
            <a:r>
              <a:rPr lang="en-US" altLang="zh-CN" dirty="0" smtClean="0"/>
              <a:t>1</a:t>
            </a:r>
            <a:r>
              <a:rPr lang="zh-CN" altLang="zh-CN" dirty="0" smtClean="0"/>
              <a:t>、</a:t>
            </a:r>
            <a:r>
              <a:rPr lang="en-US" altLang="zh-CN" dirty="0" smtClean="0"/>
              <a:t>3</a:t>
            </a:r>
            <a:r>
              <a:rPr lang="zh-CN" altLang="zh-CN" dirty="0" smtClean="0"/>
              <a:t>的端口优先级最高，因此</a:t>
            </a:r>
            <a:r>
              <a:rPr lang="en-US" altLang="zh-CN" dirty="0" smtClean="0"/>
              <a:t>Eth-Trunk</a:t>
            </a:r>
            <a:r>
              <a:rPr lang="zh-CN" altLang="zh-CN" dirty="0" smtClean="0"/>
              <a:t>中的</a:t>
            </a:r>
            <a:r>
              <a:rPr lang="en-US" altLang="zh-CN" dirty="0" smtClean="0"/>
              <a:t>1</a:t>
            </a:r>
            <a:r>
              <a:rPr lang="zh-CN" altLang="zh-CN" dirty="0" smtClean="0"/>
              <a:t>、</a:t>
            </a:r>
            <a:r>
              <a:rPr lang="en-US" altLang="zh-CN" dirty="0" smtClean="0"/>
              <a:t>3</a:t>
            </a:r>
            <a:r>
              <a:rPr lang="zh-CN" altLang="zh-CN" dirty="0" smtClean="0"/>
              <a:t>两个端口所连接的链路为主用链路</a:t>
            </a:r>
            <a:r>
              <a:rPr lang="zh-CN" altLang="en-US" dirty="0" smtClean="0"/>
              <a:t>，</a:t>
            </a:r>
            <a:r>
              <a:rPr lang="zh-CN" altLang="zh-CN" dirty="0" smtClean="0"/>
              <a:t>端口</a:t>
            </a:r>
            <a:r>
              <a:rPr lang="en-US" altLang="zh-CN" dirty="0" smtClean="0"/>
              <a:t>2</a:t>
            </a:r>
            <a:r>
              <a:rPr lang="zh-CN" altLang="zh-CN" dirty="0" smtClean="0"/>
              <a:t>连接的链路则为备用链路</a:t>
            </a:r>
            <a:r>
              <a:rPr lang="zh-CN" altLang="en-US" dirty="0" smtClean="0"/>
              <a:t>；</a:t>
            </a:r>
            <a:endParaRPr lang="en-US" altLang="zh-CN" dirty="0" smtClean="0"/>
          </a:p>
          <a:p>
            <a:pPr lvl="1"/>
            <a:r>
              <a:rPr lang="zh-CN" altLang="zh-CN" dirty="0" smtClean="0"/>
              <a:t>如果</a:t>
            </a:r>
            <a:r>
              <a:rPr lang="en-US" altLang="zh-CN" dirty="0" smtClean="0"/>
              <a:t>SW1</a:t>
            </a:r>
            <a:r>
              <a:rPr lang="zh-CN" altLang="en-US" dirty="0" smtClean="0"/>
              <a:t>的</a:t>
            </a:r>
            <a:r>
              <a:rPr lang="zh-CN" altLang="zh-CN" dirty="0" smtClean="0"/>
              <a:t>端口</a:t>
            </a:r>
            <a:r>
              <a:rPr lang="en-US" altLang="zh-CN" dirty="0" smtClean="0"/>
              <a:t>1</a:t>
            </a:r>
            <a:r>
              <a:rPr lang="zh-CN" altLang="zh-CN" dirty="0" smtClean="0"/>
              <a:t>或端口</a:t>
            </a:r>
            <a:r>
              <a:rPr lang="en-US" altLang="zh-CN" dirty="0" smtClean="0"/>
              <a:t>3</a:t>
            </a:r>
            <a:r>
              <a:rPr lang="zh-CN" altLang="zh-CN" dirty="0" smtClean="0"/>
              <a:t>无法通信，那么端口</a:t>
            </a:r>
            <a:r>
              <a:rPr lang="en-US" altLang="zh-CN" dirty="0" smtClean="0"/>
              <a:t>2</a:t>
            </a:r>
            <a:r>
              <a:rPr lang="zh-CN" altLang="zh-CN" dirty="0" smtClean="0"/>
              <a:t>所连接的链路就会被激活并且开始承担流量负载</a:t>
            </a:r>
            <a:r>
              <a:rPr lang="zh-CN" altLang="en-US" dirty="0" smtClean="0"/>
              <a:t>。</a:t>
            </a:r>
            <a:endParaRPr lang="en-US" altLang="zh-CN" dirty="0"/>
          </a:p>
        </p:txBody>
      </p:sp>
      <p:pic>
        <p:nvPicPr>
          <p:cNvPr id="5" name="图片 4"/>
          <p:cNvPicPr/>
          <p:nvPr/>
        </p:nvPicPr>
        <p:blipFill>
          <a:blip r:embed="rId1"/>
          <a:stretch>
            <a:fillRect/>
          </a:stretch>
        </p:blipFill>
        <p:spPr>
          <a:xfrm>
            <a:off x="2843590" y="4225812"/>
            <a:ext cx="5780148" cy="1898100"/>
          </a:xfrm>
          <a:prstGeom prst="rect">
            <a:avLst/>
          </a:prstGeom>
          <a:noFill/>
          <a:ln>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4.2.3 </a:t>
            </a:r>
            <a:r>
              <a:rPr lang="zh-CN" altLang="en-US" dirty="0" smtClean="0"/>
              <a:t>链路聚合配置</a:t>
            </a:r>
            <a:endParaRPr lang="zh-CN" altLang="en-US" dirty="0"/>
          </a:p>
        </p:txBody>
      </p:sp>
      <p:sp>
        <p:nvSpPr>
          <p:cNvPr id="3" name="文本占位符 2"/>
          <p:cNvSpPr>
            <a:spLocks noGrp="1"/>
          </p:cNvSpPr>
          <p:nvPr>
            <p:ph type="body" sz="quarter" idx="10"/>
          </p:nvPr>
        </p:nvSpPr>
        <p:spPr/>
        <p:txBody>
          <a:bodyPr/>
          <a:lstStyle/>
          <a:p>
            <a:r>
              <a:rPr lang="zh-CN" altLang="zh-CN" dirty="0" smtClean="0"/>
              <a:t>案例</a:t>
            </a:r>
            <a:r>
              <a:rPr lang="en-US" altLang="zh-CN" dirty="0" smtClean="0"/>
              <a:t>4-3 </a:t>
            </a:r>
            <a:r>
              <a:rPr lang="zh-CN" altLang="zh-CN" dirty="0" smtClean="0"/>
              <a:t>手动配置链路聚合</a:t>
            </a:r>
            <a:endParaRPr lang="en-US" altLang="zh-CN" dirty="0" smtClean="0"/>
          </a:p>
          <a:p>
            <a:pPr lvl="1"/>
            <a:r>
              <a:rPr lang="zh-CN" altLang="zh-CN" dirty="0" smtClean="0"/>
              <a:t>案例要求</a:t>
            </a:r>
            <a:r>
              <a:rPr lang="zh-CN" altLang="en-US" dirty="0" smtClean="0"/>
              <a:t>：</a:t>
            </a:r>
            <a:r>
              <a:rPr lang="zh-CN" altLang="zh-CN" dirty="0" smtClean="0"/>
              <a:t>通过手动方式配置交换机</a:t>
            </a:r>
            <a:r>
              <a:rPr lang="en-US" altLang="zh-CN" dirty="0" smtClean="0"/>
              <a:t>SW1</a:t>
            </a:r>
            <a:r>
              <a:rPr lang="zh-CN" altLang="zh-CN" dirty="0" smtClean="0"/>
              <a:t>和</a:t>
            </a:r>
            <a:r>
              <a:rPr lang="en-US" altLang="zh-CN" dirty="0" smtClean="0"/>
              <a:t>SW2</a:t>
            </a:r>
            <a:r>
              <a:rPr lang="zh-CN" altLang="zh-CN" dirty="0" smtClean="0"/>
              <a:t>的</a:t>
            </a:r>
            <a:r>
              <a:rPr lang="en-US" altLang="zh-CN" dirty="0" smtClean="0"/>
              <a:t>GE0/0/1</a:t>
            </a:r>
            <a:r>
              <a:rPr lang="zh-CN" altLang="zh-CN" dirty="0" smtClean="0"/>
              <a:t>和</a:t>
            </a:r>
            <a:r>
              <a:rPr lang="en-US" altLang="zh-CN" dirty="0" smtClean="0"/>
              <a:t>GE0/0/2</a:t>
            </a:r>
            <a:r>
              <a:rPr lang="zh-CN" altLang="zh-CN" dirty="0" smtClean="0"/>
              <a:t>的端口进行链路聚合。</a:t>
            </a:r>
            <a:endParaRPr lang="en-US" altLang="zh-CN" dirty="0" smtClean="0"/>
          </a:p>
          <a:p>
            <a:pPr lvl="1"/>
            <a:endParaRPr lang="en-US" altLang="zh-CN" dirty="0" smtClean="0"/>
          </a:p>
          <a:p>
            <a:pPr lvl="1"/>
            <a:endParaRPr lang="en-US" altLang="zh-CN" dirty="0" smtClean="0"/>
          </a:p>
          <a:p>
            <a:pPr lvl="1"/>
            <a:r>
              <a:rPr lang="zh-CN" altLang="en-US" dirty="0" smtClean="0"/>
              <a:t>配置过程</a:t>
            </a:r>
            <a:r>
              <a:rPr lang="en-US" altLang="zh-CN" dirty="0" smtClean="0"/>
              <a:t>    </a:t>
            </a:r>
            <a:endParaRPr lang="en-US" altLang="zh-CN" dirty="0" smtClean="0"/>
          </a:p>
        </p:txBody>
      </p:sp>
      <p:graphicFrame>
        <p:nvGraphicFramePr>
          <p:cNvPr id="5" name="表格 4"/>
          <p:cNvGraphicFramePr>
            <a:graphicFrameLocks noGrp="1"/>
          </p:cNvGraphicFramePr>
          <p:nvPr/>
        </p:nvGraphicFramePr>
        <p:xfrm>
          <a:off x="3004821" y="3816096"/>
          <a:ext cx="8344701" cy="2569451"/>
        </p:xfrm>
        <a:graphic>
          <a:graphicData uri="http://schemas.openxmlformats.org/drawingml/2006/table">
            <a:tbl>
              <a:tblPr firstRow="1" firstCol="1" bandRow="1"/>
              <a:tblGrid>
                <a:gridCol w="8344701"/>
              </a:tblGrid>
              <a:tr h="2569451">
                <a:tc>
                  <a:txBody>
                    <a:bodyPr/>
                    <a:lstStyle/>
                    <a:p>
                      <a:pPr marL="0" indent="26670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[SW1]interface eth-trunk 1</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[SW1-Eth-Trunk1]</a:t>
                      </a:r>
                      <a:r>
                        <a:rPr lang="en-US" altLang="zh-CN" sz="1800" kern="100" dirty="0" err="1">
                          <a:solidFill>
                            <a:schemeClr val="tx1"/>
                          </a:solidFill>
                          <a:latin typeface="宋体" panose="02010600030101010101" pitchFamily="2" charset="-122"/>
                          <a:ea typeface="宋体" panose="02010600030101010101" pitchFamily="2" charset="-122"/>
                          <a:cs typeface="+mn-cs"/>
                        </a:rPr>
                        <a:t>trunkport</a:t>
                      </a:r>
                      <a:r>
                        <a:rPr lang="en-US" altLang="zh-CN" sz="1800" kern="100" dirty="0">
                          <a:solidFill>
                            <a:schemeClr val="tx1"/>
                          </a:solidFill>
                          <a:latin typeface="宋体" panose="02010600030101010101" pitchFamily="2" charset="-122"/>
                          <a:ea typeface="宋体" panose="02010600030101010101" pitchFamily="2" charset="-122"/>
                          <a:cs typeface="+mn-cs"/>
                        </a:rPr>
                        <a:t> GigabitEthernet0/0/1 to 0/0/2</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[SW1-Eth-Trunk1]port link-type trunk</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[SW1-Eth-Trunk1]port trunk allow-pass vlan </a:t>
                      </a:r>
                      <a:r>
                        <a:rPr lang="en-US" altLang="zh-CN" sz="1800" kern="100" dirty="0" smtClean="0">
                          <a:solidFill>
                            <a:schemeClr val="tx1"/>
                          </a:solidFill>
                          <a:latin typeface="宋体" panose="02010600030101010101" pitchFamily="2" charset="-122"/>
                          <a:ea typeface="宋体" panose="02010600030101010101" pitchFamily="2" charset="-122"/>
                          <a:cs typeface="+mn-cs"/>
                        </a:rPr>
                        <a:t>all</a:t>
                      </a:r>
                      <a:endParaRPr lang="en-US" altLang="zh-CN" sz="1800" kern="100" dirty="0" smtClean="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[SW2]interface eth-trunk 1</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[SW2-Eth-Trunk1]</a:t>
                      </a:r>
                      <a:r>
                        <a:rPr lang="en-US" altLang="zh-CN" sz="1800" kern="100" dirty="0" err="1">
                          <a:solidFill>
                            <a:schemeClr val="tx1"/>
                          </a:solidFill>
                          <a:latin typeface="宋体" panose="02010600030101010101" pitchFamily="2" charset="-122"/>
                          <a:ea typeface="宋体" panose="02010600030101010101" pitchFamily="2" charset="-122"/>
                          <a:cs typeface="+mn-cs"/>
                        </a:rPr>
                        <a:t>trunkport</a:t>
                      </a:r>
                      <a:r>
                        <a:rPr lang="en-US" altLang="zh-CN" sz="1800" kern="100" dirty="0">
                          <a:solidFill>
                            <a:schemeClr val="tx1"/>
                          </a:solidFill>
                          <a:latin typeface="宋体" panose="02010600030101010101" pitchFamily="2" charset="-122"/>
                          <a:ea typeface="宋体" panose="02010600030101010101" pitchFamily="2" charset="-122"/>
                          <a:cs typeface="+mn-cs"/>
                        </a:rPr>
                        <a:t> GigabitEthernet0/0/1 to 0/0/2</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[SW2-Eth-Trunk1]port link-type trunk</a:t>
                      </a:r>
                      <a:endParaRPr lang="zh-CN" altLang="zh-CN" sz="18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[SW2-Eth-Trunk1]port trunk allow-pass </a:t>
                      </a:r>
                      <a:r>
                        <a:rPr lang="en-US" altLang="zh-CN" sz="1800" kern="100" dirty="0" err="1">
                          <a:solidFill>
                            <a:schemeClr val="tx1"/>
                          </a:solidFill>
                          <a:latin typeface="宋体" panose="02010600030101010101" pitchFamily="2" charset="-122"/>
                          <a:ea typeface="宋体" panose="02010600030101010101" pitchFamily="2" charset="-122"/>
                          <a:cs typeface="+mn-cs"/>
                        </a:rPr>
                        <a:t>vlan</a:t>
                      </a:r>
                      <a:r>
                        <a:rPr lang="en-US" altLang="zh-CN" sz="1800" kern="100" dirty="0">
                          <a:solidFill>
                            <a:schemeClr val="tx1"/>
                          </a:solidFill>
                          <a:latin typeface="宋体" panose="02010600030101010101" pitchFamily="2" charset="-122"/>
                          <a:ea typeface="宋体" panose="02010600030101010101" pitchFamily="2" charset="-122"/>
                          <a:cs typeface="+mn-cs"/>
                        </a:rPr>
                        <a:t> all</a:t>
                      </a:r>
                      <a:endParaRPr lang="zh-CN" altLang="zh-CN" sz="1800" kern="100" dirty="0">
                        <a:solidFill>
                          <a:schemeClr val="tx1"/>
                        </a:solidFill>
                        <a:latin typeface="宋体" panose="02010600030101010101" pitchFamily="2" charset="-122"/>
                        <a:ea typeface="宋体" panose="02010600030101010101" pitchFamily="2" charset="-122"/>
                        <a:cs typeface="+mn-cs"/>
                      </a:endParaRPr>
                    </a:p>
                  </a:txBody>
                  <a:tcPr marL="114300" marR="114300" marT="0" marB="0" anchor="ctr">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pic>
        <p:nvPicPr>
          <p:cNvPr id="8" name="图片 7"/>
          <p:cNvPicPr/>
          <p:nvPr/>
        </p:nvPicPr>
        <p:blipFill>
          <a:blip r:embed="rId1"/>
          <a:stretch>
            <a:fillRect/>
          </a:stretch>
        </p:blipFill>
        <p:spPr>
          <a:xfrm>
            <a:off x="3720463" y="2364403"/>
            <a:ext cx="4741626" cy="1215065"/>
          </a:xfrm>
          <a:prstGeom prst="rect">
            <a:avLst/>
          </a:prstGeom>
          <a:noFill/>
          <a:ln>
            <a:noFill/>
          </a:ln>
        </p:spPr>
      </p:pic>
      <p:cxnSp>
        <p:nvCxnSpPr>
          <p:cNvPr id="6" name="直接连接符 136"/>
          <p:cNvCxnSpPr>
            <a:cxnSpLocks noChangeShapeType="1"/>
          </p:cNvCxnSpPr>
          <p:nvPr/>
        </p:nvCxnSpPr>
        <p:spPr bwMode="auto">
          <a:xfrm>
            <a:off x="3964245" y="4142415"/>
            <a:ext cx="2412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7" name="AutoShape 66"/>
          <p:cNvSpPr>
            <a:spLocks noChangeArrowheads="1"/>
          </p:cNvSpPr>
          <p:nvPr/>
        </p:nvSpPr>
        <p:spPr bwMode="auto">
          <a:xfrm>
            <a:off x="925514" y="3958222"/>
            <a:ext cx="2079307" cy="819805"/>
          </a:xfrm>
          <a:prstGeom prst="wedgeRoundRectCallout">
            <a:avLst>
              <a:gd name="adj1" fmla="val 97088"/>
              <a:gd name="adj2" fmla="val -34387"/>
              <a:gd name="adj3" fmla="val 16667"/>
            </a:avLst>
          </a:prstGeom>
          <a:gradFill rotWithShape="1">
            <a:gsLst>
              <a:gs pos="0">
                <a:srgbClr val="FFFF99"/>
              </a:gs>
              <a:gs pos="100000">
                <a:schemeClr val="bg1"/>
              </a:gs>
            </a:gsLst>
            <a:lin ang="5400000" scaled="1"/>
          </a:gradFill>
          <a:ln w="9525" algn="ctr">
            <a:solidFill>
              <a:srgbClr val="FFC000"/>
            </a:solidFill>
            <a:round/>
          </a:ln>
        </p:spPr>
        <p:txBody>
          <a:bodyPr lIns="36000" rIns="36000"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创建并进入</a:t>
            </a:r>
            <a:r>
              <a:rPr lang="en-US" altLang="zh-CN" sz="1600" dirty="0">
                <a:latin typeface="Huawei Sans" panose="020C0503030203020204" pitchFamily="34" charset="0"/>
                <a:ea typeface="方正兰亭黑简体" panose="02000000000000000000" pitchFamily="2" charset="-122"/>
              </a:rPr>
              <a:t>Eth-Trunk</a:t>
            </a:r>
            <a:r>
              <a:rPr lang="zh-CN" altLang="zh-CN" sz="1600" dirty="0">
                <a:latin typeface="Huawei Sans" panose="020C0503030203020204" pitchFamily="34" charset="0"/>
                <a:ea typeface="方正兰亭黑简体" panose="02000000000000000000" pitchFamily="2" charset="-122"/>
              </a:rPr>
              <a:t>接口</a:t>
            </a:r>
            <a:r>
              <a:rPr lang="zh-CN" altLang="en-US" sz="1600" dirty="0">
                <a:latin typeface="Huawei Sans" panose="020C0503030203020204" pitchFamily="34" charset="0"/>
                <a:ea typeface="方正兰亭黑简体" panose="02000000000000000000" pitchFamily="2" charset="-122"/>
              </a:rPr>
              <a:t>，编号为</a:t>
            </a:r>
            <a:r>
              <a:rPr lang="en-US" altLang="zh-CN" sz="1600" dirty="0">
                <a:latin typeface="Huawei Sans" panose="020C0503030203020204" pitchFamily="34" charset="0"/>
                <a:ea typeface="方正兰亭黑简体" panose="02000000000000000000" pitchFamily="2" charset="-122"/>
              </a:rPr>
              <a:t>1</a:t>
            </a:r>
            <a:endParaRPr lang="en-US" altLang="zh-CN" sz="1600" b="1" dirty="0">
              <a:latin typeface="+mn-ea"/>
              <a:ea typeface="+mn-ea"/>
              <a:cs typeface="Times New Roman" panose="02020603050405020304" pitchFamily="18" charset="0"/>
            </a:endParaRPr>
          </a:p>
        </p:txBody>
      </p:sp>
      <p:cxnSp>
        <p:nvCxnSpPr>
          <p:cNvPr id="11" name="直接连接符 136"/>
          <p:cNvCxnSpPr>
            <a:cxnSpLocks noChangeShapeType="1"/>
          </p:cNvCxnSpPr>
          <p:nvPr/>
        </p:nvCxnSpPr>
        <p:spPr bwMode="auto">
          <a:xfrm>
            <a:off x="5212322" y="4454970"/>
            <a:ext cx="4464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3" name="AutoShape 66"/>
          <p:cNvSpPr>
            <a:spLocks noChangeArrowheads="1"/>
          </p:cNvSpPr>
          <p:nvPr/>
        </p:nvSpPr>
        <p:spPr bwMode="auto">
          <a:xfrm>
            <a:off x="927204" y="4918870"/>
            <a:ext cx="2077618" cy="819805"/>
          </a:xfrm>
          <a:prstGeom prst="wedgeRoundRectCallout">
            <a:avLst>
              <a:gd name="adj1" fmla="val 156663"/>
              <a:gd name="adj2" fmla="val -114846"/>
              <a:gd name="adj3" fmla="val 16667"/>
            </a:avLst>
          </a:prstGeom>
          <a:gradFill rotWithShape="1">
            <a:gsLst>
              <a:gs pos="0">
                <a:srgbClr val="FFFF99"/>
              </a:gs>
              <a:gs pos="100000">
                <a:schemeClr val="bg1"/>
              </a:gs>
            </a:gsLst>
            <a:lin ang="5400000" scaled="1"/>
          </a:gradFill>
          <a:ln w="9525" algn="ctr">
            <a:solidFill>
              <a:srgbClr val="FFC000"/>
            </a:solidFill>
            <a:round/>
          </a:ln>
        </p:spPr>
        <p:txBody>
          <a:bodyPr lIns="36000" rIns="36000" anchor="ctr" anchorCtr="1"/>
          <a:lstStyle/>
          <a:p>
            <a:r>
              <a:rPr lang="zh-CN" altLang="zh-CN" sz="1600" dirty="0">
                <a:latin typeface="Huawei Sans" panose="020C0503030203020204" pitchFamily="34" charset="0"/>
                <a:ea typeface="方正兰亭黑简体" panose="02000000000000000000" pitchFamily="2" charset="-122"/>
              </a:rPr>
              <a:t>向</a:t>
            </a:r>
            <a:r>
              <a:rPr lang="en-US" altLang="zh-CN" sz="1600" dirty="0">
                <a:latin typeface="Huawei Sans" panose="020C0503030203020204" pitchFamily="34" charset="0"/>
                <a:ea typeface="方正兰亭黑简体" panose="02000000000000000000" pitchFamily="2" charset="-122"/>
              </a:rPr>
              <a:t>Eth-Trunk</a:t>
            </a:r>
            <a:r>
              <a:rPr lang="zh-CN" altLang="zh-CN" sz="1600" dirty="0">
                <a:latin typeface="Huawei Sans" panose="020C0503030203020204" pitchFamily="34" charset="0"/>
                <a:ea typeface="方正兰亭黑简体" panose="02000000000000000000" pitchFamily="2" charset="-122"/>
              </a:rPr>
              <a:t>接口中添加成员接口</a:t>
            </a:r>
            <a:endParaRPr lang="en-US" altLang="zh-CN" sz="1600" dirty="0">
              <a:latin typeface="Huawei Sans" panose="020C0503030203020204" pitchFamily="34" charset="0"/>
              <a:ea typeface="方正兰亭黑简体" panose="02000000000000000000" pitchFamily="2" charset="-122"/>
            </a:endParaRPr>
          </a:p>
        </p:txBody>
      </p:sp>
      <p:cxnSp>
        <p:nvCxnSpPr>
          <p:cNvPr id="12" name="直接连接符 11"/>
          <p:cNvCxnSpPr/>
          <p:nvPr/>
        </p:nvCxnSpPr>
        <p:spPr>
          <a:xfrm flipV="1">
            <a:off x="3004822" y="5113013"/>
            <a:ext cx="83447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4.2.3 </a:t>
            </a:r>
            <a:r>
              <a:rPr lang="zh-CN" altLang="en-US" dirty="0" smtClean="0"/>
              <a:t>链路聚合配置</a:t>
            </a:r>
            <a:endParaRPr lang="zh-CN" altLang="en-US" dirty="0"/>
          </a:p>
        </p:txBody>
      </p:sp>
      <p:sp>
        <p:nvSpPr>
          <p:cNvPr id="3" name="文本占位符 2"/>
          <p:cNvSpPr>
            <a:spLocks noGrp="1"/>
          </p:cNvSpPr>
          <p:nvPr>
            <p:ph type="body" sz="quarter" idx="10"/>
          </p:nvPr>
        </p:nvSpPr>
        <p:spPr/>
        <p:txBody>
          <a:bodyPr/>
          <a:lstStyle/>
          <a:p>
            <a:r>
              <a:rPr lang="zh-CN" altLang="zh-CN" dirty="0" smtClean="0"/>
              <a:t>案例</a:t>
            </a:r>
            <a:r>
              <a:rPr lang="en-US" altLang="zh-CN" dirty="0" smtClean="0"/>
              <a:t>4-4 LACP</a:t>
            </a:r>
            <a:r>
              <a:rPr lang="zh-CN" altLang="zh-CN" dirty="0" smtClean="0"/>
              <a:t>配置链路聚合</a:t>
            </a:r>
            <a:endParaRPr lang="en-US" altLang="zh-CN" dirty="0" smtClean="0"/>
          </a:p>
          <a:p>
            <a:pPr lvl="1"/>
            <a:r>
              <a:rPr lang="zh-CN" altLang="zh-CN" dirty="0" smtClean="0"/>
              <a:t>案例要求</a:t>
            </a:r>
            <a:r>
              <a:rPr lang="zh-CN" altLang="en-US" dirty="0" smtClean="0"/>
              <a:t>：</a:t>
            </a:r>
            <a:r>
              <a:rPr lang="zh-CN" altLang="zh-CN" dirty="0" smtClean="0"/>
              <a:t>通过</a:t>
            </a:r>
            <a:r>
              <a:rPr lang="en-US" altLang="zh-CN" dirty="0" smtClean="0"/>
              <a:t>LACP</a:t>
            </a:r>
            <a:r>
              <a:rPr lang="zh-CN" altLang="zh-CN" dirty="0" smtClean="0"/>
              <a:t>方式配置交换机</a:t>
            </a:r>
            <a:r>
              <a:rPr lang="en-US" altLang="zh-CN" dirty="0" smtClean="0"/>
              <a:t>SW1</a:t>
            </a:r>
            <a:r>
              <a:rPr lang="zh-CN" altLang="zh-CN" dirty="0" smtClean="0"/>
              <a:t>和</a:t>
            </a:r>
            <a:r>
              <a:rPr lang="en-US" altLang="zh-CN" dirty="0" smtClean="0"/>
              <a:t>SW2</a:t>
            </a:r>
            <a:r>
              <a:rPr lang="zh-CN" altLang="zh-CN" dirty="0" smtClean="0"/>
              <a:t>的</a:t>
            </a:r>
            <a:r>
              <a:rPr lang="en-US" altLang="zh-CN" dirty="0" smtClean="0"/>
              <a:t>GE0/0/1</a:t>
            </a:r>
            <a:r>
              <a:rPr lang="zh-CN" altLang="zh-CN" dirty="0" smtClean="0"/>
              <a:t>和</a:t>
            </a:r>
            <a:r>
              <a:rPr lang="en-US" altLang="zh-CN" dirty="0" smtClean="0"/>
              <a:t>GE0/0/2</a:t>
            </a:r>
            <a:r>
              <a:rPr lang="zh-CN" altLang="zh-CN" dirty="0" smtClean="0"/>
              <a:t>的端口进行链路聚合。</a:t>
            </a:r>
            <a:endParaRPr lang="en-US" altLang="zh-CN" dirty="0" smtClean="0"/>
          </a:p>
          <a:p>
            <a:pPr lvl="1"/>
            <a:endParaRPr lang="en-US" altLang="zh-CN" dirty="0" smtClean="0"/>
          </a:p>
          <a:p>
            <a:pPr lvl="1"/>
            <a:endParaRPr lang="en-US" altLang="zh-CN" dirty="0" smtClean="0"/>
          </a:p>
          <a:p>
            <a:pPr lvl="1"/>
            <a:r>
              <a:rPr lang="zh-CN" altLang="en-US" dirty="0" smtClean="0"/>
              <a:t>配置过程</a:t>
            </a:r>
            <a:r>
              <a:rPr lang="en-US" altLang="zh-CN" dirty="0" smtClean="0"/>
              <a:t>   </a:t>
            </a:r>
            <a:endParaRPr lang="en-US" altLang="zh-CN" dirty="0" smtClean="0"/>
          </a:p>
          <a:p>
            <a:endParaRPr lang="en-US" altLang="zh-CN" dirty="0"/>
          </a:p>
        </p:txBody>
      </p:sp>
      <p:graphicFrame>
        <p:nvGraphicFramePr>
          <p:cNvPr id="5" name="表格 4"/>
          <p:cNvGraphicFramePr>
            <a:graphicFrameLocks noGrp="1"/>
          </p:cNvGraphicFramePr>
          <p:nvPr/>
        </p:nvGraphicFramePr>
        <p:xfrm>
          <a:off x="938213" y="3941101"/>
          <a:ext cx="10360800" cy="2182811"/>
        </p:xfrm>
        <a:graphic>
          <a:graphicData uri="http://schemas.openxmlformats.org/drawingml/2006/table">
            <a:tbl>
              <a:tblPr firstRow="1" firstCol="1" bandRow="1"/>
              <a:tblGrid>
                <a:gridCol w="10360800"/>
              </a:tblGrid>
              <a:tr h="2182811">
                <a:tc>
                  <a:txBody>
                    <a:bodyPr/>
                    <a:lstStyle/>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[SW1]interface Eth-Trunk 2</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[SW1-Eth-Trunk2]mode </a:t>
                      </a:r>
                      <a:r>
                        <a:rPr lang="en-US" altLang="zh-CN" sz="2000" kern="100" dirty="0" err="1">
                          <a:solidFill>
                            <a:schemeClr val="tx1"/>
                          </a:solidFill>
                          <a:latin typeface="宋体" panose="02010600030101010101" pitchFamily="2" charset="-122"/>
                          <a:ea typeface="宋体" panose="02010600030101010101" pitchFamily="2" charset="-122"/>
                          <a:cs typeface="+mn-cs"/>
                        </a:rPr>
                        <a:t>lacp</a:t>
                      </a:r>
                      <a:r>
                        <a:rPr lang="en-US" altLang="zh-CN" sz="2000" kern="100" dirty="0">
                          <a:solidFill>
                            <a:schemeClr val="tx1"/>
                          </a:solidFill>
                          <a:latin typeface="宋体" panose="02010600030101010101" pitchFamily="2" charset="-122"/>
                          <a:ea typeface="宋体" panose="02010600030101010101" pitchFamily="2" charset="-122"/>
                          <a:cs typeface="+mn-cs"/>
                        </a:rPr>
                        <a:t>-static</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[SW1-Eth-Trunk2]</a:t>
                      </a:r>
                      <a:r>
                        <a:rPr lang="en-US" altLang="zh-CN" sz="2000" kern="100" dirty="0" err="1">
                          <a:solidFill>
                            <a:schemeClr val="tx1"/>
                          </a:solidFill>
                          <a:latin typeface="宋体" panose="02010600030101010101" pitchFamily="2" charset="-122"/>
                          <a:ea typeface="宋体" panose="02010600030101010101" pitchFamily="2" charset="-122"/>
                          <a:cs typeface="+mn-cs"/>
                        </a:rPr>
                        <a:t>trunkport</a:t>
                      </a:r>
                      <a:r>
                        <a:rPr lang="en-US" altLang="zh-CN" sz="2000" kern="100" dirty="0">
                          <a:solidFill>
                            <a:schemeClr val="tx1"/>
                          </a:solidFill>
                          <a:latin typeface="宋体" panose="02010600030101010101" pitchFamily="2" charset="-122"/>
                          <a:ea typeface="宋体" panose="02010600030101010101" pitchFamily="2" charset="-122"/>
                          <a:cs typeface="+mn-cs"/>
                        </a:rPr>
                        <a:t> GigabitEthernet0/0/1 to </a:t>
                      </a:r>
                      <a:r>
                        <a:rPr lang="en-US" altLang="zh-CN" sz="2000" kern="100" dirty="0" smtClean="0">
                          <a:solidFill>
                            <a:schemeClr val="tx1"/>
                          </a:solidFill>
                          <a:latin typeface="宋体" panose="02010600030101010101" pitchFamily="2" charset="-122"/>
                          <a:ea typeface="宋体" panose="02010600030101010101" pitchFamily="2" charset="-122"/>
                          <a:cs typeface="+mn-cs"/>
                        </a:rPr>
                        <a:t>0/0/2</a:t>
                      </a:r>
                      <a:endParaRPr lang="en-US" altLang="zh-CN" sz="2000" kern="100" dirty="0" smtClean="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[SW2]interface Eth-Trunk 2</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[SW2-Eth-Trunk2]mode </a:t>
                      </a:r>
                      <a:r>
                        <a:rPr lang="en-US" altLang="zh-CN" sz="2000" kern="100" dirty="0" err="1">
                          <a:solidFill>
                            <a:schemeClr val="tx1"/>
                          </a:solidFill>
                          <a:latin typeface="宋体" panose="02010600030101010101" pitchFamily="2" charset="-122"/>
                          <a:ea typeface="宋体" panose="02010600030101010101" pitchFamily="2" charset="-122"/>
                          <a:cs typeface="+mn-cs"/>
                        </a:rPr>
                        <a:t>lacp</a:t>
                      </a:r>
                      <a:r>
                        <a:rPr lang="en-US" altLang="zh-CN" sz="2000" kern="100" dirty="0">
                          <a:solidFill>
                            <a:schemeClr val="tx1"/>
                          </a:solidFill>
                          <a:latin typeface="宋体" panose="02010600030101010101" pitchFamily="2" charset="-122"/>
                          <a:ea typeface="宋体" panose="02010600030101010101" pitchFamily="2" charset="-122"/>
                          <a:cs typeface="+mn-cs"/>
                        </a:rPr>
                        <a:t>-static</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[SW2-Eth-Trunk2]</a:t>
                      </a:r>
                      <a:r>
                        <a:rPr lang="en-US" altLang="zh-CN" sz="2000" kern="100" dirty="0" err="1">
                          <a:solidFill>
                            <a:schemeClr val="tx1"/>
                          </a:solidFill>
                          <a:latin typeface="宋体" panose="02010600030101010101" pitchFamily="2" charset="-122"/>
                          <a:ea typeface="宋体" panose="02010600030101010101" pitchFamily="2" charset="-122"/>
                          <a:cs typeface="+mn-cs"/>
                        </a:rPr>
                        <a:t>trunkport</a:t>
                      </a:r>
                      <a:r>
                        <a:rPr lang="en-US" altLang="zh-CN" sz="2000" kern="100" dirty="0">
                          <a:solidFill>
                            <a:schemeClr val="tx1"/>
                          </a:solidFill>
                          <a:latin typeface="宋体" panose="02010600030101010101" pitchFamily="2" charset="-122"/>
                          <a:ea typeface="宋体" panose="02010600030101010101" pitchFamily="2" charset="-122"/>
                          <a:cs typeface="+mn-cs"/>
                        </a:rPr>
                        <a:t> GigabitEthernet0/0/1 to 0/0/2</a:t>
                      </a:r>
                      <a:endParaRPr lang="zh-CN" altLang="zh-CN" sz="2000" kern="100" dirty="0">
                        <a:solidFill>
                          <a:schemeClr val="tx1"/>
                        </a:solidFill>
                        <a:latin typeface="宋体" panose="02010600030101010101" pitchFamily="2" charset="-122"/>
                        <a:ea typeface="宋体" panose="02010600030101010101" pitchFamily="2" charset="-122"/>
                        <a:cs typeface="+mn-cs"/>
                      </a:endParaRPr>
                    </a:p>
                  </a:txBody>
                  <a:tcPr marL="114300" marR="11430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pic>
        <p:nvPicPr>
          <p:cNvPr id="4" name="图片 3"/>
          <p:cNvPicPr>
            <a:picLocks noChangeAspect="1"/>
          </p:cNvPicPr>
          <p:nvPr/>
        </p:nvPicPr>
        <p:blipFill>
          <a:blip r:embed="rId1"/>
          <a:stretch>
            <a:fillRect/>
          </a:stretch>
        </p:blipFill>
        <p:spPr>
          <a:xfrm>
            <a:off x="3344217" y="2414591"/>
            <a:ext cx="5508918" cy="1194241"/>
          </a:xfrm>
          <a:prstGeom prst="rect">
            <a:avLst/>
          </a:prstGeom>
        </p:spPr>
      </p:pic>
      <p:cxnSp>
        <p:nvCxnSpPr>
          <p:cNvPr id="7" name="直接连接符 136"/>
          <p:cNvCxnSpPr>
            <a:cxnSpLocks noChangeShapeType="1"/>
          </p:cNvCxnSpPr>
          <p:nvPr/>
        </p:nvCxnSpPr>
        <p:spPr bwMode="auto">
          <a:xfrm>
            <a:off x="3335402" y="4562769"/>
            <a:ext cx="2088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8" name="AutoShape 66"/>
          <p:cNvSpPr>
            <a:spLocks noChangeArrowheads="1"/>
          </p:cNvSpPr>
          <p:nvPr/>
        </p:nvSpPr>
        <p:spPr bwMode="auto">
          <a:xfrm>
            <a:off x="6147717" y="4012284"/>
            <a:ext cx="2082314" cy="468000"/>
          </a:xfrm>
          <a:prstGeom prst="wedgeRoundRectCallout">
            <a:avLst>
              <a:gd name="adj1" fmla="val -88029"/>
              <a:gd name="adj2" fmla="val 45898"/>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启用</a:t>
            </a:r>
            <a:r>
              <a:rPr lang="en-US" altLang="zh-CN" sz="1600" dirty="0">
                <a:latin typeface="Huawei Sans" panose="020C0503030203020204" pitchFamily="34" charset="0"/>
                <a:ea typeface="方正兰亭黑简体" panose="02000000000000000000" pitchFamily="2" charset="-122"/>
              </a:rPr>
              <a:t>LACP</a:t>
            </a:r>
            <a:r>
              <a:rPr lang="zh-CN" altLang="zh-CN" sz="1600" dirty="0">
                <a:latin typeface="Huawei Sans" panose="020C0503030203020204" pitchFamily="34" charset="0"/>
                <a:ea typeface="方正兰亭黑简体" panose="02000000000000000000" pitchFamily="2" charset="-122"/>
              </a:rPr>
              <a:t>工作模式</a:t>
            </a:r>
            <a:endParaRPr lang="en-US" altLang="zh-CN" sz="1600" b="1" dirty="0">
              <a:latin typeface="+mn-ea"/>
              <a:ea typeface="+mn-ea"/>
              <a:cs typeface="Times New Roman" panose="02020603050405020304" pitchFamily="18" charset="0"/>
            </a:endParaRPr>
          </a:p>
        </p:txBody>
      </p:sp>
      <p:cxnSp>
        <p:nvCxnSpPr>
          <p:cNvPr id="10" name="直接连接符 9"/>
          <p:cNvCxnSpPr/>
          <p:nvPr/>
        </p:nvCxnSpPr>
        <p:spPr>
          <a:xfrm flipV="1">
            <a:off x="938213" y="5044426"/>
            <a:ext cx="10360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4.2.3 </a:t>
            </a:r>
            <a:r>
              <a:rPr lang="zh-CN" altLang="en-US" dirty="0" smtClean="0"/>
              <a:t>链路聚合配置</a:t>
            </a:r>
            <a:endParaRPr lang="zh-CN" altLang="en-US" dirty="0"/>
          </a:p>
        </p:txBody>
      </p:sp>
      <p:sp>
        <p:nvSpPr>
          <p:cNvPr id="3" name="文本占位符 2"/>
          <p:cNvSpPr>
            <a:spLocks noGrp="1"/>
          </p:cNvSpPr>
          <p:nvPr>
            <p:ph type="body" sz="quarter" idx="10"/>
          </p:nvPr>
        </p:nvSpPr>
        <p:spPr/>
        <p:txBody>
          <a:bodyPr/>
          <a:lstStyle/>
          <a:p>
            <a:pPr lvl="1"/>
            <a:r>
              <a:rPr lang="zh-CN" altLang="zh-CN" dirty="0" smtClean="0"/>
              <a:t>案例</a:t>
            </a:r>
            <a:r>
              <a:rPr lang="zh-CN" altLang="en-US" dirty="0" smtClean="0"/>
              <a:t>验证：</a:t>
            </a:r>
            <a:r>
              <a:rPr lang="zh-CN" altLang="zh-CN" dirty="0" smtClean="0"/>
              <a:t>使用【</a:t>
            </a:r>
            <a:r>
              <a:rPr lang="en-US" altLang="zh-CN" dirty="0" smtClean="0"/>
              <a:t>display Eth-trunk 2</a:t>
            </a:r>
            <a:r>
              <a:rPr lang="zh-CN" altLang="zh-CN" dirty="0" smtClean="0"/>
              <a:t>】命令来检查这个</a:t>
            </a:r>
            <a:r>
              <a:rPr lang="en-US" altLang="zh-CN" dirty="0" smtClean="0"/>
              <a:t>Eth-Trunk</a:t>
            </a:r>
            <a:r>
              <a:rPr lang="zh-CN" altLang="zh-CN" dirty="0" smtClean="0"/>
              <a:t>以及成员接口的状态</a:t>
            </a:r>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r>
              <a:rPr lang="en-US" altLang="zh-CN" dirty="0" smtClean="0"/>
              <a:t>         </a:t>
            </a:r>
            <a:endParaRPr lang="en-US" altLang="zh-CN" dirty="0" smtClean="0"/>
          </a:p>
          <a:p>
            <a:endParaRPr lang="en-US" altLang="zh-CN" dirty="0"/>
          </a:p>
        </p:txBody>
      </p:sp>
      <p:graphicFrame>
        <p:nvGraphicFramePr>
          <p:cNvPr id="5" name="表格 4"/>
          <p:cNvGraphicFramePr>
            <a:graphicFrameLocks noGrp="1"/>
          </p:cNvGraphicFramePr>
          <p:nvPr/>
        </p:nvGraphicFramePr>
        <p:xfrm>
          <a:off x="938924" y="1921746"/>
          <a:ext cx="10813280" cy="4202165"/>
        </p:xfrm>
        <a:graphic>
          <a:graphicData uri="http://schemas.openxmlformats.org/drawingml/2006/table">
            <a:tbl>
              <a:tblPr firstRow="1" firstCol="1" bandRow="1"/>
              <a:tblGrid>
                <a:gridCol w="10813280"/>
              </a:tblGrid>
              <a:tr h="4202165">
                <a:tc>
                  <a:txBody>
                    <a:bodyPr/>
                    <a:lstStyle/>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[SW1]display eth-trunk 2 </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Eth-Trunk 2</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s state information is:</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marR="0" lvl="0" indent="266700" algn="l" defTabSz="913765" rtl="0" eaLnBrk="1" fontAlgn="auto" latinLnBrk="0" hangingPunct="1">
                        <a:lnSpc>
                          <a:spcPct val="100000"/>
                        </a:lnSpc>
                        <a:spcBef>
                          <a:spcPts val="0"/>
                        </a:spcBef>
                        <a:spcAft>
                          <a:spcPts val="0"/>
                        </a:spcAft>
                        <a:buClrTx/>
                        <a:buSzTx/>
                        <a:buFontTx/>
                        <a:buNone/>
                        <a:defRPr/>
                      </a:pPr>
                      <a:r>
                        <a:rPr lang="en-US" altLang="zh-CN" sz="2000" kern="100" dirty="0">
                          <a:solidFill>
                            <a:schemeClr val="tx1"/>
                          </a:solidFill>
                          <a:latin typeface="宋体" panose="02010600030101010101" pitchFamily="2" charset="-122"/>
                          <a:ea typeface="宋体" panose="02010600030101010101" pitchFamily="2" charset="-122"/>
                          <a:cs typeface="+mn-cs"/>
                        </a:rPr>
                        <a:t>…………</a:t>
                      </a:r>
                      <a:endParaRPr lang="en-US"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Operate status</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up           Number of Up Port In Trunk</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2</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a:solidFill>
                            <a:schemeClr val="tx1"/>
                          </a:solidFill>
                          <a:latin typeface="宋体" panose="02010600030101010101" pitchFamily="2" charset="-122"/>
                          <a:ea typeface="宋体" panose="02010600030101010101" pitchFamily="2" charset="-122"/>
                          <a:cs typeface="+mn-cs"/>
                        </a:rPr>
                        <a:t>--------------------------------------------------------------------------------</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err="1">
                          <a:solidFill>
                            <a:schemeClr val="tx1"/>
                          </a:solidFill>
                          <a:latin typeface="宋体" panose="02010600030101010101" pitchFamily="2" charset="-122"/>
                          <a:ea typeface="宋体" panose="02010600030101010101" pitchFamily="2" charset="-122"/>
                          <a:cs typeface="+mn-cs"/>
                        </a:rPr>
                        <a:t>ActorPortName</a:t>
                      </a:r>
                      <a:r>
                        <a:rPr lang="en-GB" altLang="zh-CN" sz="2000" kern="100" dirty="0">
                          <a:solidFill>
                            <a:schemeClr val="tx1"/>
                          </a:solidFill>
                          <a:latin typeface="宋体" panose="02010600030101010101" pitchFamily="2" charset="-122"/>
                          <a:ea typeface="宋体" panose="02010600030101010101" pitchFamily="2" charset="-122"/>
                          <a:cs typeface="+mn-cs"/>
                        </a:rPr>
                        <a:t>          Status   </a:t>
                      </a:r>
                      <a:r>
                        <a:rPr lang="en-GB" altLang="zh-CN" sz="2000" kern="100" dirty="0" err="1">
                          <a:solidFill>
                            <a:schemeClr val="tx1"/>
                          </a:solidFill>
                          <a:latin typeface="宋体" panose="02010600030101010101" pitchFamily="2" charset="-122"/>
                          <a:ea typeface="宋体" panose="02010600030101010101" pitchFamily="2" charset="-122"/>
                          <a:cs typeface="+mn-cs"/>
                        </a:rPr>
                        <a:t>PortType</a:t>
                      </a:r>
                      <a:r>
                        <a:rPr lang="en-GB" altLang="zh-CN" sz="2000" kern="100" dirty="0">
                          <a:solidFill>
                            <a:schemeClr val="tx1"/>
                          </a:solidFill>
                          <a:latin typeface="宋体" panose="02010600030101010101" pitchFamily="2" charset="-122"/>
                          <a:ea typeface="宋体" panose="02010600030101010101" pitchFamily="2" charset="-122"/>
                          <a:cs typeface="+mn-cs"/>
                        </a:rPr>
                        <a:t> </a:t>
                      </a:r>
                      <a:r>
                        <a:rPr lang="en-GB" altLang="zh-CN" sz="2000" kern="100" dirty="0" err="1">
                          <a:solidFill>
                            <a:schemeClr val="tx1"/>
                          </a:solidFill>
                          <a:latin typeface="宋体" panose="02010600030101010101" pitchFamily="2" charset="-122"/>
                          <a:ea typeface="宋体" panose="02010600030101010101" pitchFamily="2" charset="-122"/>
                          <a:cs typeface="+mn-cs"/>
                        </a:rPr>
                        <a:t>PortPri</a:t>
                      </a:r>
                      <a:r>
                        <a:rPr lang="en-GB" altLang="zh-CN" sz="2000" kern="100" dirty="0">
                          <a:solidFill>
                            <a:schemeClr val="tx1"/>
                          </a:solidFill>
                          <a:latin typeface="宋体" panose="02010600030101010101" pitchFamily="2" charset="-122"/>
                          <a:ea typeface="宋体" panose="02010600030101010101" pitchFamily="2" charset="-122"/>
                          <a:cs typeface="+mn-cs"/>
                        </a:rPr>
                        <a:t> </a:t>
                      </a:r>
                      <a:r>
                        <a:rPr lang="en-GB" altLang="zh-CN" sz="2000" kern="100" dirty="0" err="1">
                          <a:solidFill>
                            <a:schemeClr val="tx1"/>
                          </a:solidFill>
                          <a:latin typeface="宋体" panose="02010600030101010101" pitchFamily="2" charset="-122"/>
                          <a:ea typeface="宋体" panose="02010600030101010101" pitchFamily="2" charset="-122"/>
                          <a:cs typeface="+mn-cs"/>
                        </a:rPr>
                        <a:t>PortNo</a:t>
                      </a:r>
                      <a:r>
                        <a:rPr lang="en-GB" altLang="zh-CN" sz="2000" kern="100" dirty="0">
                          <a:solidFill>
                            <a:schemeClr val="tx1"/>
                          </a:solidFill>
                          <a:latin typeface="宋体" panose="02010600030101010101" pitchFamily="2" charset="-122"/>
                          <a:ea typeface="宋体" panose="02010600030101010101" pitchFamily="2" charset="-122"/>
                          <a:cs typeface="+mn-cs"/>
                        </a:rPr>
                        <a:t> </a:t>
                      </a:r>
                      <a:r>
                        <a:rPr lang="en-GB" altLang="zh-CN" sz="2000" kern="100" dirty="0" err="1">
                          <a:solidFill>
                            <a:schemeClr val="tx1"/>
                          </a:solidFill>
                          <a:latin typeface="宋体" panose="02010600030101010101" pitchFamily="2" charset="-122"/>
                          <a:ea typeface="宋体" panose="02010600030101010101" pitchFamily="2" charset="-122"/>
                          <a:cs typeface="+mn-cs"/>
                        </a:rPr>
                        <a:t>PortKey</a:t>
                      </a:r>
                      <a:r>
                        <a:rPr lang="en-GB" altLang="zh-CN" sz="2000" kern="100" dirty="0">
                          <a:solidFill>
                            <a:schemeClr val="tx1"/>
                          </a:solidFill>
                          <a:latin typeface="宋体" panose="02010600030101010101" pitchFamily="2" charset="-122"/>
                          <a:ea typeface="宋体" panose="02010600030101010101" pitchFamily="2" charset="-122"/>
                          <a:cs typeface="+mn-cs"/>
                        </a:rPr>
                        <a:t> </a:t>
                      </a:r>
                      <a:r>
                        <a:rPr lang="en-GB" altLang="zh-CN" sz="2000" kern="100" dirty="0" err="1">
                          <a:solidFill>
                            <a:schemeClr val="tx1"/>
                          </a:solidFill>
                          <a:latin typeface="宋体" panose="02010600030101010101" pitchFamily="2" charset="-122"/>
                          <a:ea typeface="宋体" panose="02010600030101010101" pitchFamily="2" charset="-122"/>
                          <a:cs typeface="+mn-cs"/>
                        </a:rPr>
                        <a:t>PortState</a:t>
                      </a:r>
                      <a:r>
                        <a:rPr lang="en-GB" altLang="zh-CN" sz="2000" kern="100" dirty="0">
                          <a:solidFill>
                            <a:schemeClr val="tx1"/>
                          </a:solidFill>
                          <a:latin typeface="宋体" panose="02010600030101010101" pitchFamily="2" charset="-122"/>
                          <a:ea typeface="宋体" panose="02010600030101010101" pitchFamily="2" charset="-122"/>
                          <a:cs typeface="+mn-cs"/>
                        </a:rPr>
                        <a:t> Weight</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a:solidFill>
                            <a:schemeClr val="tx1"/>
                          </a:solidFill>
                          <a:latin typeface="宋体" panose="02010600030101010101" pitchFamily="2" charset="-122"/>
                          <a:ea typeface="宋体" panose="02010600030101010101" pitchFamily="2" charset="-122"/>
                          <a:cs typeface="+mn-cs"/>
                        </a:rPr>
                        <a:t>GigabitEthernet0/0/1   Selected 1GE      32768   2      7729    10111100  1     </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a:solidFill>
                            <a:schemeClr val="tx1"/>
                          </a:solidFill>
                          <a:latin typeface="宋体" panose="02010600030101010101" pitchFamily="2" charset="-122"/>
                          <a:ea typeface="宋体" panose="02010600030101010101" pitchFamily="2" charset="-122"/>
                          <a:cs typeface="+mn-cs"/>
                        </a:rPr>
                        <a:t>GigabitEthernet0/0/2   Selected 1GE      32768   3      7729    10111100  1   </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a:solidFill>
                            <a:schemeClr val="tx1"/>
                          </a:solidFill>
                          <a:latin typeface="宋体" panose="02010600030101010101" pitchFamily="2" charset="-122"/>
                          <a:ea typeface="宋体" panose="02010600030101010101" pitchFamily="2" charset="-122"/>
                          <a:cs typeface="+mn-cs"/>
                        </a:rPr>
                        <a:t>Partner:</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a:solidFill>
                            <a:schemeClr val="tx1"/>
                          </a:solidFill>
                          <a:latin typeface="宋体" panose="02010600030101010101" pitchFamily="2" charset="-122"/>
                          <a:ea typeface="宋体" panose="02010600030101010101" pitchFamily="2" charset="-122"/>
                          <a:cs typeface="+mn-cs"/>
                        </a:rPr>
                        <a:t>--------------------------------------------------------------------------------</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b="1" kern="100" dirty="0" err="1">
                          <a:solidFill>
                            <a:schemeClr val="tx1"/>
                          </a:solidFill>
                          <a:latin typeface="宋体" panose="02010600030101010101" pitchFamily="2" charset="-122"/>
                          <a:ea typeface="宋体" panose="02010600030101010101" pitchFamily="2" charset="-122"/>
                          <a:cs typeface="+mn-cs"/>
                        </a:rPr>
                        <a:t>ActorPortName</a:t>
                      </a:r>
                      <a:r>
                        <a:rPr lang="en-GB" altLang="zh-CN" sz="2000" b="1" kern="100" dirty="0">
                          <a:solidFill>
                            <a:schemeClr val="tx1"/>
                          </a:solidFill>
                          <a:latin typeface="宋体" panose="02010600030101010101" pitchFamily="2" charset="-122"/>
                          <a:ea typeface="宋体" panose="02010600030101010101" pitchFamily="2" charset="-122"/>
                          <a:cs typeface="+mn-cs"/>
                        </a:rPr>
                        <a:t>          </a:t>
                      </a:r>
                      <a:r>
                        <a:rPr lang="en-GB" altLang="zh-CN" sz="2000" b="1" kern="100" dirty="0" err="1">
                          <a:solidFill>
                            <a:schemeClr val="tx1"/>
                          </a:solidFill>
                          <a:latin typeface="宋体" panose="02010600030101010101" pitchFamily="2" charset="-122"/>
                          <a:ea typeface="宋体" panose="02010600030101010101" pitchFamily="2" charset="-122"/>
                          <a:cs typeface="+mn-cs"/>
                        </a:rPr>
                        <a:t>SysPri</a:t>
                      </a:r>
                      <a:r>
                        <a:rPr lang="en-GB" altLang="zh-CN" sz="2000" b="1" kern="100" dirty="0">
                          <a:solidFill>
                            <a:schemeClr val="tx1"/>
                          </a:solidFill>
                          <a:latin typeface="宋体" panose="02010600030101010101" pitchFamily="2" charset="-122"/>
                          <a:ea typeface="宋体" panose="02010600030101010101" pitchFamily="2" charset="-122"/>
                          <a:cs typeface="+mn-cs"/>
                        </a:rPr>
                        <a:t>   </a:t>
                      </a:r>
                      <a:r>
                        <a:rPr lang="en-GB" altLang="zh-CN" sz="2000" b="1" kern="100" dirty="0" err="1">
                          <a:solidFill>
                            <a:schemeClr val="tx1"/>
                          </a:solidFill>
                          <a:latin typeface="宋体" panose="02010600030101010101" pitchFamily="2" charset="-122"/>
                          <a:ea typeface="宋体" panose="02010600030101010101" pitchFamily="2" charset="-122"/>
                          <a:cs typeface="+mn-cs"/>
                        </a:rPr>
                        <a:t>SystemID</a:t>
                      </a:r>
                      <a:r>
                        <a:rPr lang="en-GB" altLang="zh-CN" sz="2000" b="1" kern="100" dirty="0">
                          <a:solidFill>
                            <a:schemeClr val="tx1"/>
                          </a:solidFill>
                          <a:latin typeface="宋体" panose="02010600030101010101" pitchFamily="2" charset="-122"/>
                          <a:ea typeface="宋体" panose="02010600030101010101" pitchFamily="2" charset="-122"/>
                          <a:cs typeface="+mn-cs"/>
                        </a:rPr>
                        <a:t>        </a:t>
                      </a:r>
                      <a:r>
                        <a:rPr lang="en-GB" altLang="zh-CN" sz="2000" b="1" kern="100" dirty="0" err="1">
                          <a:solidFill>
                            <a:schemeClr val="tx1"/>
                          </a:solidFill>
                          <a:latin typeface="宋体" panose="02010600030101010101" pitchFamily="2" charset="-122"/>
                          <a:ea typeface="宋体" panose="02010600030101010101" pitchFamily="2" charset="-122"/>
                          <a:cs typeface="+mn-cs"/>
                        </a:rPr>
                        <a:t>PortPri</a:t>
                      </a:r>
                      <a:r>
                        <a:rPr lang="en-GB" altLang="zh-CN" sz="2000" b="1" kern="100" dirty="0">
                          <a:solidFill>
                            <a:schemeClr val="tx1"/>
                          </a:solidFill>
                          <a:latin typeface="宋体" panose="02010600030101010101" pitchFamily="2" charset="-122"/>
                          <a:ea typeface="宋体" panose="02010600030101010101" pitchFamily="2" charset="-122"/>
                          <a:cs typeface="+mn-cs"/>
                        </a:rPr>
                        <a:t> </a:t>
                      </a:r>
                      <a:r>
                        <a:rPr lang="en-GB" altLang="zh-CN" sz="2000" b="1" kern="100" dirty="0" err="1">
                          <a:solidFill>
                            <a:schemeClr val="tx1"/>
                          </a:solidFill>
                          <a:latin typeface="宋体" panose="02010600030101010101" pitchFamily="2" charset="-122"/>
                          <a:ea typeface="宋体" panose="02010600030101010101" pitchFamily="2" charset="-122"/>
                          <a:cs typeface="+mn-cs"/>
                        </a:rPr>
                        <a:t>PortNo</a:t>
                      </a:r>
                      <a:r>
                        <a:rPr lang="en-GB" altLang="zh-CN" sz="2000" b="1" kern="100" dirty="0">
                          <a:solidFill>
                            <a:schemeClr val="tx1"/>
                          </a:solidFill>
                          <a:latin typeface="宋体" panose="02010600030101010101" pitchFamily="2" charset="-122"/>
                          <a:ea typeface="宋体" panose="02010600030101010101" pitchFamily="2" charset="-122"/>
                          <a:cs typeface="+mn-cs"/>
                        </a:rPr>
                        <a:t> </a:t>
                      </a:r>
                      <a:r>
                        <a:rPr lang="en-GB" altLang="zh-CN" sz="2000" b="1" kern="100" dirty="0" err="1">
                          <a:solidFill>
                            <a:schemeClr val="tx1"/>
                          </a:solidFill>
                          <a:latin typeface="宋体" panose="02010600030101010101" pitchFamily="2" charset="-122"/>
                          <a:ea typeface="宋体" panose="02010600030101010101" pitchFamily="2" charset="-122"/>
                          <a:cs typeface="+mn-cs"/>
                        </a:rPr>
                        <a:t>PortKey</a:t>
                      </a:r>
                      <a:r>
                        <a:rPr lang="en-GB" altLang="zh-CN" sz="2000" b="1" kern="100" dirty="0">
                          <a:solidFill>
                            <a:schemeClr val="tx1"/>
                          </a:solidFill>
                          <a:latin typeface="宋体" panose="02010600030101010101" pitchFamily="2" charset="-122"/>
                          <a:ea typeface="宋体" panose="02010600030101010101" pitchFamily="2" charset="-122"/>
                          <a:cs typeface="+mn-cs"/>
                        </a:rPr>
                        <a:t> </a:t>
                      </a:r>
                      <a:r>
                        <a:rPr lang="en-GB" altLang="zh-CN" sz="2000" b="1" kern="100" dirty="0" err="1">
                          <a:solidFill>
                            <a:schemeClr val="tx1"/>
                          </a:solidFill>
                          <a:latin typeface="宋体" panose="02010600030101010101" pitchFamily="2" charset="-122"/>
                          <a:ea typeface="宋体" panose="02010600030101010101" pitchFamily="2" charset="-122"/>
                          <a:cs typeface="+mn-cs"/>
                        </a:rPr>
                        <a:t>PortState</a:t>
                      </a:r>
                      <a:endParaRPr lang="zh-CN" altLang="zh-CN" sz="2000" b="1"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b="1" kern="100" dirty="0">
                          <a:solidFill>
                            <a:schemeClr val="tx1"/>
                          </a:solidFill>
                          <a:latin typeface="宋体" panose="02010600030101010101" pitchFamily="2" charset="-122"/>
                          <a:ea typeface="宋体" panose="02010600030101010101" pitchFamily="2" charset="-122"/>
                          <a:cs typeface="+mn-cs"/>
                        </a:rPr>
                        <a:t>GigabitEthernet0/0/1   32768    4c1f-cc75-3550  32768   2      7729    10111100</a:t>
                      </a:r>
                      <a:endParaRPr lang="zh-CN" altLang="zh-CN" sz="2000" b="1"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b="1" kern="100" dirty="0">
                          <a:solidFill>
                            <a:schemeClr val="tx1"/>
                          </a:solidFill>
                          <a:latin typeface="宋体" panose="02010600030101010101" pitchFamily="2" charset="-122"/>
                          <a:ea typeface="宋体" panose="02010600030101010101" pitchFamily="2" charset="-122"/>
                          <a:cs typeface="+mn-cs"/>
                        </a:rPr>
                        <a:t>GigabitEthernet0/0/2   32768    4c1f-cc75-3550  32768   3      7729    10111100</a:t>
                      </a:r>
                      <a:endParaRPr lang="zh-CN" altLang="zh-CN" sz="2000" b="1" kern="100" dirty="0">
                        <a:solidFill>
                          <a:schemeClr val="tx1"/>
                        </a:solidFill>
                        <a:latin typeface="宋体" panose="02010600030101010101" pitchFamily="2" charset="-122"/>
                        <a:ea typeface="宋体" panose="02010600030101010101" pitchFamily="2" charset="-122"/>
                        <a:cs typeface="+mn-cs"/>
                      </a:endParaRPr>
                    </a:p>
                  </a:txBody>
                  <a:tcPr marL="114300" marR="11430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6" name="直接连接符 136"/>
          <p:cNvCxnSpPr>
            <a:cxnSpLocks noChangeShapeType="1"/>
          </p:cNvCxnSpPr>
          <p:nvPr/>
        </p:nvCxnSpPr>
        <p:spPr bwMode="auto">
          <a:xfrm>
            <a:off x="1280507" y="3749516"/>
            <a:ext cx="9685286"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8" name="直接连接符 136"/>
          <p:cNvCxnSpPr>
            <a:cxnSpLocks noChangeShapeType="1"/>
          </p:cNvCxnSpPr>
          <p:nvPr/>
        </p:nvCxnSpPr>
        <p:spPr bwMode="auto">
          <a:xfrm flipV="1">
            <a:off x="10934261" y="3749516"/>
            <a:ext cx="0" cy="562304"/>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1" name="直接连接符 136"/>
          <p:cNvCxnSpPr>
            <a:cxnSpLocks noChangeShapeType="1"/>
          </p:cNvCxnSpPr>
          <p:nvPr/>
        </p:nvCxnSpPr>
        <p:spPr bwMode="auto">
          <a:xfrm>
            <a:off x="1280507" y="4359118"/>
            <a:ext cx="9685286"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2" name="直接连接符 136"/>
          <p:cNvCxnSpPr>
            <a:cxnSpLocks noChangeShapeType="1"/>
          </p:cNvCxnSpPr>
          <p:nvPr/>
        </p:nvCxnSpPr>
        <p:spPr bwMode="auto">
          <a:xfrm flipV="1">
            <a:off x="1280507" y="3749516"/>
            <a:ext cx="0" cy="562304"/>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3" name="AutoShape 66"/>
          <p:cNvSpPr>
            <a:spLocks noChangeArrowheads="1"/>
          </p:cNvSpPr>
          <p:nvPr/>
        </p:nvSpPr>
        <p:spPr bwMode="auto">
          <a:xfrm>
            <a:off x="8894176" y="2604291"/>
            <a:ext cx="2082314" cy="592567"/>
          </a:xfrm>
          <a:prstGeom prst="wedgeRoundRectCallout">
            <a:avLst>
              <a:gd name="adj1" fmla="val -28257"/>
              <a:gd name="adj2" fmla="val 127100"/>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在</a:t>
            </a:r>
            <a:r>
              <a:rPr lang="en-US" altLang="zh-CN" sz="1600" dirty="0">
                <a:latin typeface="Huawei Sans" panose="020C0503030203020204" pitchFamily="34" charset="0"/>
                <a:ea typeface="方正兰亭黑简体" panose="02000000000000000000" pitchFamily="2" charset="-122"/>
              </a:rPr>
              <a:t>LACP</a:t>
            </a:r>
            <a:r>
              <a:rPr lang="zh-CN" altLang="zh-CN" sz="1600" dirty="0">
                <a:latin typeface="Huawei Sans" panose="020C0503030203020204" pitchFamily="34" charset="0"/>
                <a:ea typeface="方正兰亭黑简体" panose="02000000000000000000" pitchFamily="2" charset="-122"/>
              </a:rPr>
              <a:t>模式下</a:t>
            </a:r>
            <a:r>
              <a:rPr lang="en-US" altLang="zh-CN" sz="1600" dirty="0">
                <a:latin typeface="Huawei Sans" panose="020C0503030203020204" pitchFamily="34" charset="0"/>
                <a:ea typeface="方正兰亭黑简体" panose="02000000000000000000" pitchFamily="2" charset="-122"/>
              </a:rPr>
              <a:t>,</a:t>
            </a:r>
            <a:r>
              <a:rPr lang="zh-CN" altLang="zh-CN" sz="1600" dirty="0">
                <a:latin typeface="Huawei Sans" panose="020C0503030203020204" pitchFamily="34" charset="0"/>
                <a:ea typeface="方正兰亭黑简体" panose="02000000000000000000" pitchFamily="2" charset="-122"/>
              </a:rPr>
              <a:t>本地成员接口的状态</a:t>
            </a:r>
            <a:endParaRPr lang="en-US" altLang="zh-CN" sz="1600" b="1" dirty="0">
              <a:latin typeface="+mn-ea"/>
              <a:ea typeface="+mn-ea"/>
              <a:cs typeface="Times New Roman" panose="02020603050405020304" pitchFamily="18" charset="0"/>
            </a:endParaRPr>
          </a:p>
        </p:txBody>
      </p:sp>
      <p:cxnSp>
        <p:nvCxnSpPr>
          <p:cNvPr id="21" name="直接连接符 136"/>
          <p:cNvCxnSpPr>
            <a:cxnSpLocks noChangeShapeType="1"/>
          </p:cNvCxnSpPr>
          <p:nvPr/>
        </p:nvCxnSpPr>
        <p:spPr bwMode="auto">
          <a:xfrm>
            <a:off x="1248975" y="5278771"/>
            <a:ext cx="1030014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22" name="直接连接符 136"/>
          <p:cNvCxnSpPr>
            <a:cxnSpLocks noChangeShapeType="1"/>
          </p:cNvCxnSpPr>
          <p:nvPr/>
        </p:nvCxnSpPr>
        <p:spPr bwMode="auto">
          <a:xfrm flipV="1">
            <a:off x="11549115" y="5278771"/>
            <a:ext cx="0" cy="562304"/>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23" name="直接连接符 136"/>
          <p:cNvCxnSpPr>
            <a:cxnSpLocks noChangeShapeType="1"/>
          </p:cNvCxnSpPr>
          <p:nvPr/>
        </p:nvCxnSpPr>
        <p:spPr bwMode="auto">
          <a:xfrm>
            <a:off x="1248975" y="5888373"/>
            <a:ext cx="1030014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24" name="直接连接符 136"/>
          <p:cNvCxnSpPr>
            <a:cxnSpLocks noChangeShapeType="1"/>
          </p:cNvCxnSpPr>
          <p:nvPr/>
        </p:nvCxnSpPr>
        <p:spPr bwMode="auto">
          <a:xfrm flipV="1">
            <a:off x="1248975" y="5278771"/>
            <a:ext cx="0" cy="562304"/>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27" name="AutoShape 66"/>
          <p:cNvSpPr>
            <a:spLocks noChangeArrowheads="1"/>
          </p:cNvSpPr>
          <p:nvPr/>
        </p:nvSpPr>
        <p:spPr bwMode="auto">
          <a:xfrm>
            <a:off x="2695334" y="4481899"/>
            <a:ext cx="2082314" cy="469138"/>
          </a:xfrm>
          <a:prstGeom prst="wedgeRoundRectCallout">
            <a:avLst>
              <a:gd name="adj1" fmla="val -4786"/>
              <a:gd name="adj2" fmla="val 117019"/>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dirty="0">
                <a:latin typeface="Huawei Sans" panose="020C0503030203020204" pitchFamily="34" charset="0"/>
                <a:ea typeface="方正兰亭黑简体" panose="02000000000000000000" pitchFamily="2" charset="-122"/>
              </a:rPr>
              <a:t>对端成员</a:t>
            </a:r>
            <a:r>
              <a:rPr lang="zh-CN" altLang="zh-CN" sz="1600" dirty="0">
                <a:latin typeface="Huawei Sans" panose="020C0503030203020204" pitchFamily="34" charset="0"/>
                <a:ea typeface="方正兰亭黑简体" panose="02000000000000000000" pitchFamily="2" charset="-122"/>
              </a:rPr>
              <a:t>接口的状态</a:t>
            </a:r>
            <a:endParaRPr lang="en-US" altLang="zh-CN" sz="1600" b="1" dirty="0">
              <a:latin typeface="+mn-ea"/>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dissolv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left)">
                                      <p:cBhvr>
                                        <p:cTn id="29" dur="500"/>
                                        <p:tgtEl>
                                          <p:spTgt spid="21"/>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wipe(left)">
                                      <p:cBhvr>
                                        <p:cTn id="33" dur="500"/>
                                        <p:tgtEl>
                                          <p:spTgt spid="22"/>
                                        </p:tgtEl>
                                      </p:cBhvr>
                                    </p:animEffec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par>
                          <p:cTn id="38" fill="hold">
                            <p:stCondLst>
                              <p:cond delay="1500"/>
                            </p:stCondLst>
                            <p:childTnLst>
                              <p:par>
                                <p:cTn id="39" presetID="22" presetClass="entr" presetSubtype="8" fill="hold"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dissolve">
                                      <p:cBhvr>
                                        <p:cTn id="4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4.2.3 </a:t>
            </a:r>
            <a:r>
              <a:rPr lang="zh-CN" altLang="en-US" dirty="0" smtClean="0"/>
              <a:t>链路聚合配置</a:t>
            </a:r>
            <a:endParaRPr lang="zh-CN" altLang="en-US" dirty="0"/>
          </a:p>
        </p:txBody>
      </p:sp>
      <p:sp>
        <p:nvSpPr>
          <p:cNvPr id="3" name="文本占位符 2"/>
          <p:cNvSpPr>
            <a:spLocks noGrp="1"/>
          </p:cNvSpPr>
          <p:nvPr>
            <p:ph type="body" sz="quarter" idx="10"/>
          </p:nvPr>
        </p:nvSpPr>
        <p:spPr/>
        <p:txBody>
          <a:bodyPr/>
          <a:lstStyle/>
          <a:p>
            <a:r>
              <a:rPr lang="en-US" altLang="zh-CN" dirty="0" smtClean="0"/>
              <a:t>LACP</a:t>
            </a:r>
            <a:r>
              <a:rPr lang="zh-CN" altLang="en-US" dirty="0" smtClean="0"/>
              <a:t>系统优先级</a:t>
            </a:r>
            <a:endParaRPr lang="en-US" altLang="zh-CN" dirty="0" smtClean="0"/>
          </a:p>
          <a:p>
            <a:pPr lvl="1"/>
            <a:r>
              <a:rPr lang="zh-CN" altLang="en-US" dirty="0" smtClean="0"/>
              <a:t>示例：配置</a:t>
            </a:r>
            <a:r>
              <a:rPr lang="en-US" altLang="zh-CN" dirty="0" smtClean="0"/>
              <a:t>SW1</a:t>
            </a:r>
            <a:r>
              <a:rPr lang="zh-CN" altLang="zh-CN" dirty="0" smtClean="0"/>
              <a:t>成为主动端，</a:t>
            </a:r>
            <a:r>
              <a:rPr lang="zh-CN" altLang="en-US" dirty="0" smtClean="0"/>
              <a:t>将</a:t>
            </a:r>
            <a:r>
              <a:rPr lang="zh-CN" altLang="zh-CN" dirty="0" smtClean="0"/>
              <a:t>它的</a:t>
            </a:r>
            <a:r>
              <a:rPr lang="en-US" altLang="zh-CN" dirty="0" smtClean="0"/>
              <a:t>LACP</a:t>
            </a:r>
            <a:r>
              <a:rPr lang="zh-CN" altLang="zh-CN" dirty="0" smtClean="0"/>
              <a:t>系统优先级设置为</a:t>
            </a:r>
            <a:r>
              <a:rPr lang="en-US" altLang="zh-CN" dirty="0" smtClean="0"/>
              <a:t>3000</a:t>
            </a:r>
            <a:r>
              <a:rPr lang="zh-CN" altLang="en-US" dirty="0" smtClean="0"/>
              <a:t>。</a:t>
            </a:r>
            <a:endParaRPr lang="en-US" altLang="zh-CN" dirty="0" smtClean="0"/>
          </a:p>
          <a:p>
            <a:pPr lvl="1"/>
            <a:endParaRPr lang="en-US" altLang="zh-CN" dirty="0" smtClean="0"/>
          </a:p>
          <a:p>
            <a:pPr lvl="1"/>
            <a:endParaRPr lang="en-US" altLang="zh-CN" dirty="0" smtClean="0"/>
          </a:p>
          <a:p>
            <a:pPr lvl="1"/>
            <a:endParaRPr lang="en-US" altLang="zh-CN" dirty="0" smtClean="0"/>
          </a:p>
          <a:p>
            <a:pPr lvl="1"/>
            <a:r>
              <a:rPr lang="en-US" altLang="zh-CN" dirty="0" smtClean="0"/>
              <a:t>         </a:t>
            </a:r>
            <a:endParaRPr lang="en-US" altLang="zh-CN" dirty="0" smtClean="0"/>
          </a:p>
        </p:txBody>
      </p:sp>
      <p:graphicFrame>
        <p:nvGraphicFramePr>
          <p:cNvPr id="5" name="表格 4"/>
          <p:cNvGraphicFramePr>
            <a:graphicFrameLocks noGrp="1"/>
          </p:cNvGraphicFramePr>
          <p:nvPr/>
        </p:nvGraphicFramePr>
        <p:xfrm>
          <a:off x="928090" y="2383600"/>
          <a:ext cx="10656000" cy="3996000"/>
        </p:xfrm>
        <a:graphic>
          <a:graphicData uri="http://schemas.openxmlformats.org/drawingml/2006/table">
            <a:tbl>
              <a:tblPr firstRow="1" firstCol="1" bandRow="1"/>
              <a:tblGrid>
                <a:gridCol w="10656000"/>
              </a:tblGrid>
              <a:tr h="3996000">
                <a:tc>
                  <a:txBody>
                    <a:bodyPr/>
                    <a:lstStyle/>
                    <a:p>
                      <a:r>
                        <a:rPr lang="en-US" altLang="zh-CN" sz="2000" kern="100" dirty="0">
                          <a:solidFill>
                            <a:schemeClr val="tx1"/>
                          </a:solidFill>
                          <a:latin typeface="宋体" panose="02010600030101010101" pitchFamily="2" charset="-122"/>
                          <a:ea typeface="宋体" panose="02010600030101010101" pitchFamily="2" charset="-122"/>
                          <a:cs typeface="+mn-cs"/>
                        </a:rPr>
                        <a:t>  [SW1]</a:t>
                      </a:r>
                      <a:r>
                        <a:rPr lang="en-US" altLang="zh-CN" sz="2000" kern="100" dirty="0" err="1">
                          <a:solidFill>
                            <a:schemeClr val="tx1"/>
                          </a:solidFill>
                          <a:latin typeface="宋体" panose="02010600030101010101" pitchFamily="2" charset="-122"/>
                          <a:ea typeface="宋体" panose="02010600030101010101" pitchFamily="2" charset="-122"/>
                          <a:cs typeface="+mn-cs"/>
                        </a:rPr>
                        <a:t>lacp</a:t>
                      </a:r>
                      <a:r>
                        <a:rPr lang="en-US" altLang="zh-CN" sz="2000" kern="100" dirty="0">
                          <a:solidFill>
                            <a:schemeClr val="tx1"/>
                          </a:solidFill>
                          <a:latin typeface="宋体" panose="02010600030101010101" pitchFamily="2" charset="-122"/>
                          <a:ea typeface="宋体" panose="02010600030101010101" pitchFamily="2" charset="-122"/>
                          <a:cs typeface="+mn-cs"/>
                        </a:rPr>
                        <a:t> priority 3000</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18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SW1]display eth-trunk 2</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Eth-Trunk 2</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s state information is:</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Local:</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LAG ID:2                     </a:t>
                      </a:r>
                      <a:r>
                        <a:rPr lang="en-US" altLang="zh-CN" sz="2000" kern="100" dirty="0" err="1">
                          <a:solidFill>
                            <a:schemeClr val="tx1"/>
                          </a:solidFill>
                          <a:latin typeface="宋体" panose="02010600030101010101" pitchFamily="2" charset="-122"/>
                          <a:ea typeface="宋体" panose="02010600030101010101" pitchFamily="2" charset="-122"/>
                          <a:cs typeface="+mn-cs"/>
                        </a:rPr>
                        <a:t>WorkingMode</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 STATIC</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Preempt Delay: Disabled      Hash </a:t>
                      </a:r>
                      <a:r>
                        <a:rPr lang="en-US" altLang="zh-CN" sz="2000" kern="100" dirty="0" err="1">
                          <a:solidFill>
                            <a:schemeClr val="tx1"/>
                          </a:solidFill>
                          <a:latin typeface="宋体" panose="02010600030101010101" pitchFamily="2" charset="-122"/>
                          <a:ea typeface="宋体" panose="02010600030101010101" pitchFamily="2" charset="-122"/>
                          <a:cs typeface="+mn-cs"/>
                        </a:rPr>
                        <a:t>arithetic</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According to SIP-XOR-DIP</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u="none" kern="100" dirty="0">
                          <a:solidFill>
                            <a:schemeClr val="tx1"/>
                          </a:solidFill>
                          <a:latin typeface="宋体" panose="02010600030101010101" pitchFamily="2" charset="-122"/>
                          <a:ea typeface="宋体" panose="02010600030101010101" pitchFamily="2" charset="-122"/>
                          <a:cs typeface="+mn-cs"/>
                        </a:rPr>
                        <a:t>System Priority: 3000        </a:t>
                      </a:r>
                      <a:r>
                        <a:rPr lang="en-US" altLang="zh-CN" sz="2000" kern="100" dirty="0">
                          <a:solidFill>
                            <a:schemeClr val="tx1"/>
                          </a:solidFill>
                          <a:latin typeface="宋体" panose="02010600030101010101" pitchFamily="2" charset="-122"/>
                          <a:ea typeface="宋体" panose="02010600030101010101" pitchFamily="2" charset="-122"/>
                          <a:cs typeface="+mn-cs"/>
                        </a:rPr>
                        <a:t>System ID</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4cbf-ecc1-344a</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Least Active-</a:t>
                      </a:r>
                      <a:r>
                        <a:rPr lang="en-US" altLang="zh-CN" sz="2000" kern="100" dirty="0" err="1">
                          <a:solidFill>
                            <a:schemeClr val="tx1"/>
                          </a:solidFill>
                          <a:latin typeface="宋体" panose="02010600030101010101" pitchFamily="2" charset="-122"/>
                          <a:ea typeface="宋体" panose="02010600030101010101" pitchFamily="2" charset="-122"/>
                          <a:cs typeface="+mn-cs"/>
                        </a:rPr>
                        <a:t>linknumber</a:t>
                      </a:r>
                      <a:r>
                        <a:rPr lang="en-US" altLang="zh-CN" sz="2000" kern="100" dirty="0">
                          <a:solidFill>
                            <a:schemeClr val="tx1"/>
                          </a:solidFill>
                          <a:latin typeface="宋体" panose="02010600030101010101" pitchFamily="2" charset="-122"/>
                          <a:ea typeface="宋体" panose="02010600030101010101" pitchFamily="2" charset="-122"/>
                          <a:cs typeface="+mn-cs"/>
                        </a:rPr>
                        <a:t>: 1   Max Active-</a:t>
                      </a:r>
                      <a:r>
                        <a:rPr lang="en-US" altLang="zh-CN" sz="2000" kern="100" dirty="0" err="1">
                          <a:solidFill>
                            <a:schemeClr val="tx1"/>
                          </a:solidFill>
                          <a:latin typeface="宋体" panose="02010600030101010101" pitchFamily="2" charset="-122"/>
                          <a:ea typeface="宋体" panose="02010600030101010101" pitchFamily="2" charset="-122"/>
                          <a:cs typeface="+mn-cs"/>
                        </a:rPr>
                        <a:t>linknumber</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8</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Operate status</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up           Number of Up Port In Trunk</a:t>
                      </a:r>
                      <a:r>
                        <a:rPr lang="zh-CN" altLang="zh-CN" sz="2000" kern="100" dirty="0">
                          <a:solidFill>
                            <a:schemeClr val="tx1"/>
                          </a:solidFill>
                          <a:latin typeface="宋体" panose="02010600030101010101" pitchFamily="2" charset="-122"/>
                          <a:ea typeface="宋体" panose="02010600030101010101" pitchFamily="2" charset="-122"/>
                          <a:cs typeface="+mn-cs"/>
                        </a:rPr>
                        <a:t>：</a:t>
                      </a:r>
                      <a:r>
                        <a:rPr lang="en-US" altLang="zh-CN" sz="2000" kern="100" dirty="0">
                          <a:solidFill>
                            <a:schemeClr val="tx1"/>
                          </a:solidFill>
                          <a:latin typeface="宋体" panose="02010600030101010101" pitchFamily="2" charset="-122"/>
                          <a:ea typeface="宋体" panose="02010600030101010101" pitchFamily="2" charset="-122"/>
                          <a:cs typeface="+mn-cs"/>
                        </a:rPr>
                        <a:t>2</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US" altLang="zh-CN" sz="2000" kern="100" dirty="0">
                          <a:solidFill>
                            <a:schemeClr val="tx1"/>
                          </a:solidFill>
                          <a:latin typeface="宋体" panose="02010600030101010101" pitchFamily="2" charset="-122"/>
                          <a:ea typeface="宋体" panose="02010600030101010101" pitchFamily="2" charset="-122"/>
                          <a:cs typeface="+mn-cs"/>
                        </a:rPr>
                        <a:t>                                                                  </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err="1">
                          <a:solidFill>
                            <a:schemeClr val="tx1"/>
                          </a:solidFill>
                          <a:latin typeface="宋体" panose="02010600030101010101" pitchFamily="2" charset="-122"/>
                          <a:ea typeface="宋体" panose="02010600030101010101" pitchFamily="2" charset="-122"/>
                          <a:cs typeface="+mn-cs"/>
                        </a:rPr>
                        <a:t>ActorPortName</a:t>
                      </a:r>
                      <a:r>
                        <a:rPr lang="en-GB" altLang="zh-CN" sz="2000" kern="100" dirty="0">
                          <a:solidFill>
                            <a:schemeClr val="tx1"/>
                          </a:solidFill>
                          <a:latin typeface="宋体" panose="02010600030101010101" pitchFamily="2" charset="-122"/>
                          <a:ea typeface="宋体" panose="02010600030101010101" pitchFamily="2" charset="-122"/>
                          <a:cs typeface="+mn-cs"/>
                        </a:rPr>
                        <a:t>          Status   </a:t>
                      </a:r>
                      <a:r>
                        <a:rPr lang="en-GB" altLang="zh-CN" sz="2000" kern="100" dirty="0" err="1">
                          <a:solidFill>
                            <a:schemeClr val="tx1"/>
                          </a:solidFill>
                          <a:latin typeface="宋体" panose="02010600030101010101" pitchFamily="2" charset="-122"/>
                          <a:ea typeface="宋体" panose="02010600030101010101" pitchFamily="2" charset="-122"/>
                          <a:cs typeface="+mn-cs"/>
                        </a:rPr>
                        <a:t>PortType</a:t>
                      </a:r>
                      <a:r>
                        <a:rPr lang="en-GB" altLang="zh-CN" sz="2000" kern="100" dirty="0">
                          <a:solidFill>
                            <a:schemeClr val="tx1"/>
                          </a:solidFill>
                          <a:latin typeface="宋体" panose="02010600030101010101" pitchFamily="2" charset="-122"/>
                          <a:ea typeface="宋体" panose="02010600030101010101" pitchFamily="2" charset="-122"/>
                          <a:cs typeface="+mn-cs"/>
                        </a:rPr>
                        <a:t> </a:t>
                      </a:r>
                      <a:r>
                        <a:rPr lang="en-GB" altLang="zh-CN" sz="2000" kern="100" dirty="0" err="1">
                          <a:solidFill>
                            <a:schemeClr val="tx1"/>
                          </a:solidFill>
                          <a:latin typeface="宋体" panose="02010600030101010101" pitchFamily="2" charset="-122"/>
                          <a:ea typeface="宋体" panose="02010600030101010101" pitchFamily="2" charset="-122"/>
                          <a:cs typeface="+mn-cs"/>
                        </a:rPr>
                        <a:t>PortPri</a:t>
                      </a:r>
                      <a:r>
                        <a:rPr lang="en-GB" altLang="zh-CN" sz="2000" kern="100" dirty="0">
                          <a:solidFill>
                            <a:schemeClr val="tx1"/>
                          </a:solidFill>
                          <a:latin typeface="宋体" panose="02010600030101010101" pitchFamily="2" charset="-122"/>
                          <a:ea typeface="宋体" panose="02010600030101010101" pitchFamily="2" charset="-122"/>
                          <a:cs typeface="+mn-cs"/>
                        </a:rPr>
                        <a:t> </a:t>
                      </a:r>
                      <a:r>
                        <a:rPr lang="en-GB" altLang="zh-CN" sz="2000" kern="100" dirty="0" err="1">
                          <a:solidFill>
                            <a:schemeClr val="tx1"/>
                          </a:solidFill>
                          <a:latin typeface="宋体" panose="02010600030101010101" pitchFamily="2" charset="-122"/>
                          <a:ea typeface="宋体" panose="02010600030101010101" pitchFamily="2" charset="-122"/>
                          <a:cs typeface="+mn-cs"/>
                        </a:rPr>
                        <a:t>PortNo</a:t>
                      </a:r>
                      <a:r>
                        <a:rPr lang="en-GB" altLang="zh-CN" sz="2000" kern="100" dirty="0">
                          <a:solidFill>
                            <a:schemeClr val="tx1"/>
                          </a:solidFill>
                          <a:latin typeface="宋体" panose="02010600030101010101" pitchFamily="2" charset="-122"/>
                          <a:ea typeface="宋体" panose="02010600030101010101" pitchFamily="2" charset="-122"/>
                          <a:cs typeface="+mn-cs"/>
                        </a:rPr>
                        <a:t> </a:t>
                      </a:r>
                      <a:r>
                        <a:rPr lang="en-GB" altLang="zh-CN" sz="2000" kern="100" dirty="0" err="1">
                          <a:solidFill>
                            <a:schemeClr val="tx1"/>
                          </a:solidFill>
                          <a:latin typeface="宋体" panose="02010600030101010101" pitchFamily="2" charset="-122"/>
                          <a:ea typeface="宋体" panose="02010600030101010101" pitchFamily="2" charset="-122"/>
                          <a:cs typeface="+mn-cs"/>
                        </a:rPr>
                        <a:t>PortKey</a:t>
                      </a:r>
                      <a:r>
                        <a:rPr lang="en-GB" altLang="zh-CN" sz="2000" kern="100" dirty="0">
                          <a:solidFill>
                            <a:schemeClr val="tx1"/>
                          </a:solidFill>
                          <a:latin typeface="宋体" panose="02010600030101010101" pitchFamily="2" charset="-122"/>
                          <a:ea typeface="宋体" panose="02010600030101010101" pitchFamily="2" charset="-122"/>
                          <a:cs typeface="+mn-cs"/>
                        </a:rPr>
                        <a:t> </a:t>
                      </a:r>
                      <a:r>
                        <a:rPr lang="en-GB" altLang="zh-CN" sz="2000" kern="100" dirty="0" err="1">
                          <a:solidFill>
                            <a:schemeClr val="tx1"/>
                          </a:solidFill>
                          <a:latin typeface="宋体" panose="02010600030101010101" pitchFamily="2" charset="-122"/>
                          <a:ea typeface="宋体" panose="02010600030101010101" pitchFamily="2" charset="-122"/>
                          <a:cs typeface="+mn-cs"/>
                        </a:rPr>
                        <a:t>PortState</a:t>
                      </a:r>
                      <a:r>
                        <a:rPr lang="en-GB" altLang="zh-CN" sz="2000" kern="100" dirty="0">
                          <a:solidFill>
                            <a:schemeClr val="tx1"/>
                          </a:solidFill>
                          <a:latin typeface="宋体" panose="02010600030101010101" pitchFamily="2" charset="-122"/>
                          <a:ea typeface="宋体" panose="02010600030101010101" pitchFamily="2" charset="-122"/>
                          <a:cs typeface="+mn-cs"/>
                        </a:rPr>
                        <a:t> Weight</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a:solidFill>
                            <a:schemeClr val="tx1"/>
                          </a:solidFill>
                          <a:latin typeface="宋体" panose="02010600030101010101" pitchFamily="2" charset="-122"/>
                          <a:ea typeface="宋体" panose="02010600030101010101" pitchFamily="2" charset="-122"/>
                          <a:cs typeface="+mn-cs"/>
                        </a:rPr>
                        <a:t>GigabitEthernet0/0/1   Selected 1GE      32768   2      7729    10111100  1     </a:t>
                      </a:r>
                      <a:endParaRPr lang="zh-CN" altLang="zh-CN" sz="2000" kern="100" dirty="0">
                        <a:solidFill>
                          <a:schemeClr val="tx1"/>
                        </a:solidFill>
                        <a:latin typeface="宋体" panose="02010600030101010101" pitchFamily="2" charset="-122"/>
                        <a:ea typeface="宋体" panose="02010600030101010101" pitchFamily="2" charset="-122"/>
                        <a:cs typeface="+mn-cs"/>
                      </a:endParaRPr>
                    </a:p>
                    <a:p>
                      <a:pPr marL="0" indent="266700" algn="l" defTabSz="913765" rtl="0" eaLnBrk="1" latinLnBrk="0" hangingPunct="1">
                        <a:spcAft>
                          <a:spcPts val="0"/>
                        </a:spcAft>
                      </a:pPr>
                      <a:r>
                        <a:rPr lang="en-GB" altLang="zh-CN" sz="2000" kern="100" dirty="0">
                          <a:solidFill>
                            <a:schemeClr val="tx1"/>
                          </a:solidFill>
                          <a:latin typeface="宋体" panose="02010600030101010101" pitchFamily="2" charset="-122"/>
                          <a:ea typeface="宋体" panose="02010600030101010101" pitchFamily="2" charset="-122"/>
                          <a:cs typeface="+mn-cs"/>
                        </a:rPr>
                        <a:t>GigabitEthernet0/0/2   Selected 1GE      32768   3      7729    10111100  1 </a:t>
                      </a:r>
                      <a:endParaRPr lang="zh-CN" altLang="zh-CN" sz="2000" kern="100" dirty="0">
                        <a:solidFill>
                          <a:schemeClr val="tx1"/>
                        </a:solidFill>
                        <a:latin typeface="宋体" panose="02010600030101010101" pitchFamily="2" charset="-122"/>
                        <a:ea typeface="宋体" panose="02010600030101010101" pitchFamily="2" charset="-122"/>
                        <a:cs typeface="+mn-cs"/>
                      </a:endParaRPr>
                    </a:p>
                  </a:txBody>
                  <a:tcPr marL="114300" marR="11430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6" name="直接连接符 136"/>
          <p:cNvCxnSpPr>
            <a:cxnSpLocks noChangeShapeType="1"/>
          </p:cNvCxnSpPr>
          <p:nvPr/>
        </p:nvCxnSpPr>
        <p:spPr bwMode="auto">
          <a:xfrm>
            <a:off x="1314777" y="4549792"/>
            <a:ext cx="2664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9" name="AutoShape 66"/>
          <p:cNvSpPr>
            <a:spLocks noChangeArrowheads="1"/>
          </p:cNvSpPr>
          <p:nvPr/>
        </p:nvSpPr>
        <p:spPr bwMode="auto">
          <a:xfrm>
            <a:off x="2681291" y="3311206"/>
            <a:ext cx="2017709" cy="613094"/>
          </a:xfrm>
          <a:prstGeom prst="wedgeRoundRectCallout">
            <a:avLst>
              <a:gd name="adj1" fmla="val -23497"/>
              <a:gd name="adj2" fmla="val 123160"/>
              <a:gd name="adj3" fmla="val 16667"/>
            </a:avLst>
          </a:prstGeom>
          <a:gradFill rotWithShape="1">
            <a:gsLst>
              <a:gs pos="0">
                <a:srgbClr val="FFFF99"/>
              </a:gs>
              <a:gs pos="100000">
                <a:schemeClr val="bg1"/>
              </a:gs>
            </a:gsLst>
            <a:lin ang="5400000" scaled="1"/>
          </a:gradFill>
          <a:ln w="9525" algn="ctr">
            <a:solidFill>
              <a:srgbClr val="FFC000"/>
            </a:solidFill>
            <a:round/>
          </a:ln>
        </p:spPr>
        <p:txBody>
          <a:bodyPr lIns="0" rIns="0"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dirty="0">
                <a:latin typeface="Huawei Sans" panose="020C0503030203020204" pitchFamily="34" charset="0"/>
                <a:ea typeface="方正兰亭黑简体" panose="02000000000000000000" pitchFamily="2" charset="-122"/>
              </a:rPr>
              <a:t>交换机</a:t>
            </a:r>
            <a:r>
              <a:rPr lang="en-US" altLang="zh-CN" sz="1600" dirty="0">
                <a:latin typeface="Huawei Sans" panose="020C0503030203020204" pitchFamily="34" charset="0"/>
                <a:ea typeface="方正兰亭黑简体" panose="02000000000000000000" pitchFamily="2" charset="-122"/>
              </a:rPr>
              <a:t>SW1</a:t>
            </a:r>
            <a:r>
              <a:rPr lang="zh-CN" altLang="zh-CN" sz="1600" dirty="0">
                <a:latin typeface="Huawei Sans" panose="020C0503030203020204" pitchFamily="34" charset="0"/>
                <a:ea typeface="方正兰亭黑简体" panose="02000000000000000000" pitchFamily="2" charset="-122"/>
              </a:rPr>
              <a:t>的</a:t>
            </a:r>
            <a:r>
              <a:rPr lang="en-US" altLang="zh-CN" sz="1600" dirty="0">
                <a:latin typeface="Huawei Sans" panose="020C0503030203020204" pitchFamily="34" charset="0"/>
                <a:ea typeface="方正兰亭黑简体" panose="02000000000000000000" pitchFamily="2" charset="-122"/>
              </a:rPr>
              <a:t>LACP</a:t>
            </a:r>
            <a:r>
              <a:rPr lang="zh-CN" altLang="zh-CN" sz="1600" dirty="0">
                <a:latin typeface="Huawei Sans" panose="020C0503030203020204" pitchFamily="34" charset="0"/>
                <a:ea typeface="方正兰亭黑简体" panose="02000000000000000000" pitchFamily="2" charset="-122"/>
              </a:rPr>
              <a:t>系统优先级值为</a:t>
            </a:r>
            <a:r>
              <a:rPr lang="en-US" altLang="zh-CN" sz="1600" dirty="0">
                <a:latin typeface="Huawei Sans" panose="020C0503030203020204" pitchFamily="34" charset="0"/>
                <a:ea typeface="方正兰亭黑简体" panose="02000000000000000000" pitchFamily="2" charset="-122"/>
              </a:rPr>
              <a:t>3000</a:t>
            </a:r>
            <a:endParaRPr lang="en-US" altLang="zh-CN" sz="1600" b="1" dirty="0">
              <a:latin typeface="+mn-ea"/>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4.2.3 </a:t>
            </a:r>
            <a:r>
              <a:rPr lang="zh-CN" altLang="en-US" dirty="0" smtClean="0"/>
              <a:t>链路聚合配置</a:t>
            </a:r>
            <a:endParaRPr lang="zh-CN" altLang="en-US" dirty="0"/>
          </a:p>
        </p:txBody>
      </p:sp>
      <p:sp>
        <p:nvSpPr>
          <p:cNvPr id="3" name="文本占位符 2"/>
          <p:cNvSpPr>
            <a:spLocks noGrp="1"/>
          </p:cNvSpPr>
          <p:nvPr>
            <p:ph type="body" sz="quarter" idx="10"/>
          </p:nvPr>
        </p:nvSpPr>
        <p:spPr/>
        <p:txBody>
          <a:bodyPr/>
          <a:lstStyle/>
          <a:p>
            <a:r>
              <a:rPr lang="en-US" altLang="zh-CN" dirty="0" smtClean="0"/>
              <a:t>LACP</a:t>
            </a:r>
            <a:r>
              <a:rPr lang="zh-CN" altLang="zh-CN" dirty="0" smtClean="0"/>
              <a:t>接口优先级</a:t>
            </a:r>
            <a:r>
              <a:rPr lang="en-US" altLang="zh-CN" dirty="0" smtClean="0"/>
              <a:t>         </a:t>
            </a:r>
            <a:endParaRPr lang="en-US" altLang="zh-CN" dirty="0" smtClean="0"/>
          </a:p>
          <a:p>
            <a:endParaRPr lang="en-US" altLang="zh-CN" dirty="0"/>
          </a:p>
        </p:txBody>
      </p:sp>
      <p:graphicFrame>
        <p:nvGraphicFramePr>
          <p:cNvPr id="5" name="表格 4"/>
          <p:cNvGraphicFramePr>
            <a:graphicFrameLocks noGrp="1"/>
          </p:cNvGraphicFramePr>
          <p:nvPr/>
        </p:nvGraphicFramePr>
        <p:xfrm>
          <a:off x="936625" y="1876403"/>
          <a:ext cx="10360800" cy="4752000"/>
        </p:xfrm>
        <a:graphic>
          <a:graphicData uri="http://schemas.openxmlformats.org/drawingml/2006/table">
            <a:tbl>
              <a:tblPr firstRow="1" firstCol="1" bandRow="1"/>
              <a:tblGrid>
                <a:gridCol w="10360800"/>
              </a:tblGrid>
              <a:tr h="4752000">
                <a:tc>
                  <a:txBody>
                    <a:bodyPr/>
                    <a:lstStyle/>
                    <a:p>
                      <a:r>
                        <a:rPr lang="en-US" altLang="zh-CN" sz="1800" kern="1200" dirty="0">
                          <a:solidFill>
                            <a:schemeClr val="tx1"/>
                          </a:solidFill>
                          <a:effectLst/>
                          <a:latin typeface="宋体" panose="02010600030101010101" pitchFamily="2" charset="-122"/>
                          <a:ea typeface="宋体" panose="02010600030101010101" pitchFamily="2" charset="-122"/>
                          <a:cs typeface="+mn-cs"/>
                        </a:rPr>
                        <a:t>[SW1]interface GigabitEthernet0/0/1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[SW1-GigabitEthernet0/0/1]</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lacp</a:t>
                      </a:r>
                      <a:r>
                        <a:rPr lang="en-US" altLang="zh-CN" sz="1800" kern="1200" dirty="0">
                          <a:solidFill>
                            <a:schemeClr val="tx1"/>
                          </a:solidFill>
                          <a:effectLst/>
                          <a:latin typeface="宋体" panose="02010600030101010101" pitchFamily="2" charset="-122"/>
                          <a:ea typeface="宋体" panose="02010600030101010101" pitchFamily="2" charset="-122"/>
                          <a:cs typeface="+mn-cs"/>
                        </a:rPr>
                        <a:t> priority 1000</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[SW1-GigabitEthernet0/0/1]interface GigabitEthernet0/0/2</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[SW1-GigabitEthernet0/0/2]</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lacp</a:t>
                      </a:r>
                      <a:r>
                        <a:rPr lang="en-US" altLang="zh-CN" sz="1800" kern="1200" dirty="0">
                          <a:solidFill>
                            <a:schemeClr val="tx1"/>
                          </a:solidFill>
                          <a:effectLst/>
                          <a:latin typeface="宋体" panose="02010600030101010101" pitchFamily="2" charset="-122"/>
                          <a:ea typeface="宋体" panose="02010600030101010101" pitchFamily="2" charset="-122"/>
                          <a:cs typeface="+mn-cs"/>
                        </a:rPr>
                        <a:t> priority 2000</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[SW1-GigabitEthernet0/0/2]quit</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[SW1]display eth-Trunk 2</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Eth-Trunk 2</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s state information is:</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Local:</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LAG ID:2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WorkingMode</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 STATIC</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Preempt Delay: Disabled      Hash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arithetic</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According to SIP-XOR-DIP</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System Priority: 2000        System ID</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4cbf-ecc1-344a</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Least Active-</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linknumber</a:t>
                      </a:r>
                      <a:r>
                        <a:rPr lang="en-US" altLang="zh-CN" sz="1800" kern="1200" dirty="0">
                          <a:solidFill>
                            <a:schemeClr val="tx1"/>
                          </a:solidFill>
                          <a:effectLst/>
                          <a:latin typeface="宋体" panose="02010600030101010101" pitchFamily="2" charset="-122"/>
                          <a:ea typeface="宋体" panose="02010600030101010101" pitchFamily="2" charset="-122"/>
                          <a:cs typeface="+mn-cs"/>
                        </a:rPr>
                        <a:t>: 1   Max Active-</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linknumber</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8</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Operate status</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up           Number of Up Port In Trunk</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2</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u="dotted" kern="1200" dirty="0">
                          <a:solidFill>
                            <a:schemeClr val="tx1"/>
                          </a:solidFill>
                          <a:effectLst/>
                          <a:latin typeface="宋体" panose="02010600030101010101" pitchFamily="2" charset="-122"/>
                          <a:ea typeface="宋体" panose="02010600030101010101" pitchFamily="2" charset="-122"/>
                          <a:cs typeface="+mn-cs"/>
                        </a:rPr>
                        <a:t>                                                                    </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err="1">
                          <a:solidFill>
                            <a:schemeClr val="tx1"/>
                          </a:solidFill>
                          <a:effectLst/>
                          <a:latin typeface="宋体" panose="02010600030101010101" pitchFamily="2" charset="-122"/>
                          <a:ea typeface="宋体" panose="02010600030101010101" pitchFamily="2" charset="-122"/>
                          <a:cs typeface="+mn-cs"/>
                        </a:rPr>
                        <a:t>ActorPortName</a:t>
                      </a:r>
                      <a:r>
                        <a:rPr lang="en-US" altLang="zh-CN" sz="1800" kern="1200" dirty="0">
                          <a:solidFill>
                            <a:schemeClr val="tx1"/>
                          </a:solidFill>
                          <a:effectLst/>
                          <a:latin typeface="宋体" panose="02010600030101010101" pitchFamily="2" charset="-122"/>
                          <a:ea typeface="宋体" panose="02010600030101010101" pitchFamily="2" charset="-122"/>
                          <a:cs typeface="+mn-cs"/>
                        </a:rPr>
                        <a:t>         Status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PortType</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PortPri</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PortNo</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PortKey</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PortState</a:t>
                      </a:r>
                      <a:r>
                        <a:rPr lang="en-US" altLang="zh-CN" sz="1800" kern="1200" dirty="0">
                          <a:solidFill>
                            <a:schemeClr val="tx1"/>
                          </a:solidFill>
                          <a:effectLst/>
                          <a:latin typeface="宋体" panose="02010600030101010101" pitchFamily="2" charset="-122"/>
                          <a:ea typeface="宋体" panose="02010600030101010101" pitchFamily="2" charset="-122"/>
                          <a:cs typeface="+mn-cs"/>
                        </a:rPr>
                        <a:t>  Weight</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GigabitEthernet0/0/1  Selected  1GE      </a:t>
                      </a:r>
                      <a:r>
                        <a:rPr lang="en-US" altLang="zh-CN" sz="1800" b="1" kern="1200" dirty="0">
                          <a:solidFill>
                            <a:schemeClr val="tx1"/>
                          </a:solidFill>
                          <a:effectLst/>
                          <a:latin typeface="宋体" panose="02010600030101010101" pitchFamily="2" charset="-122"/>
                          <a:ea typeface="宋体" panose="02010600030101010101" pitchFamily="2" charset="-122"/>
                          <a:cs typeface="+mn-cs"/>
                        </a:rPr>
                        <a:t>1000</a:t>
                      </a:r>
                      <a:r>
                        <a:rPr lang="en-US" altLang="zh-CN" sz="1800" kern="1200" dirty="0">
                          <a:solidFill>
                            <a:schemeClr val="tx1"/>
                          </a:solidFill>
                          <a:effectLst/>
                          <a:latin typeface="宋体" panose="02010600030101010101" pitchFamily="2" charset="-122"/>
                          <a:ea typeface="宋体" panose="02010600030101010101" pitchFamily="2" charset="-122"/>
                          <a:cs typeface="+mn-cs"/>
                        </a:rPr>
                        <a:t>     2      7729    10111100   1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GigabitEthernet0/0/2  Selected  1GE      </a:t>
                      </a:r>
                      <a:r>
                        <a:rPr lang="en-US" altLang="zh-CN" sz="1800" b="1" kern="1200" dirty="0">
                          <a:solidFill>
                            <a:schemeClr val="tx1"/>
                          </a:solidFill>
                          <a:effectLst/>
                          <a:latin typeface="宋体" panose="02010600030101010101" pitchFamily="2" charset="-122"/>
                          <a:ea typeface="宋体" panose="02010600030101010101" pitchFamily="2" charset="-122"/>
                          <a:cs typeface="+mn-cs"/>
                        </a:rPr>
                        <a:t>2000 </a:t>
                      </a:r>
                      <a:r>
                        <a:rPr lang="en-US" altLang="zh-CN" sz="1800" kern="1200" dirty="0">
                          <a:solidFill>
                            <a:schemeClr val="tx1"/>
                          </a:solidFill>
                          <a:effectLst/>
                          <a:latin typeface="宋体" panose="02010600030101010101" pitchFamily="2" charset="-122"/>
                          <a:ea typeface="宋体" panose="02010600030101010101" pitchFamily="2" charset="-122"/>
                          <a:cs typeface="+mn-cs"/>
                        </a:rPr>
                        <a:t>    3      7729    10111100   1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txBody>
                  <a:tcPr marL="114300" marR="11430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6" name="直接连接符 136"/>
          <p:cNvCxnSpPr>
            <a:cxnSpLocks noChangeShapeType="1"/>
          </p:cNvCxnSpPr>
          <p:nvPr/>
        </p:nvCxnSpPr>
        <p:spPr bwMode="auto">
          <a:xfrm>
            <a:off x="6411307" y="6028005"/>
            <a:ext cx="825066"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7" name="直接连接符 136"/>
          <p:cNvCxnSpPr>
            <a:cxnSpLocks noChangeShapeType="1"/>
          </p:cNvCxnSpPr>
          <p:nvPr/>
        </p:nvCxnSpPr>
        <p:spPr bwMode="auto">
          <a:xfrm flipV="1">
            <a:off x="7299430" y="5946389"/>
            <a:ext cx="0" cy="562304"/>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1" name="直接连接符 136"/>
          <p:cNvCxnSpPr>
            <a:cxnSpLocks noChangeShapeType="1"/>
          </p:cNvCxnSpPr>
          <p:nvPr/>
        </p:nvCxnSpPr>
        <p:spPr bwMode="auto">
          <a:xfrm>
            <a:off x="6411307" y="6540225"/>
            <a:ext cx="825066"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cxnSp>
        <p:nvCxnSpPr>
          <p:cNvPr id="12" name="直接连接符 136"/>
          <p:cNvCxnSpPr>
            <a:cxnSpLocks noChangeShapeType="1"/>
          </p:cNvCxnSpPr>
          <p:nvPr/>
        </p:nvCxnSpPr>
        <p:spPr bwMode="auto">
          <a:xfrm flipV="1">
            <a:off x="6395537" y="5977921"/>
            <a:ext cx="0" cy="562304"/>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3" name="AutoShape 66"/>
          <p:cNvSpPr>
            <a:spLocks noChangeArrowheads="1"/>
          </p:cNvSpPr>
          <p:nvPr/>
        </p:nvSpPr>
        <p:spPr bwMode="auto">
          <a:xfrm>
            <a:off x="8758490" y="4721586"/>
            <a:ext cx="2105897" cy="709819"/>
          </a:xfrm>
          <a:prstGeom prst="wedgeRoundRectCallout">
            <a:avLst>
              <a:gd name="adj1" fmla="val -107378"/>
              <a:gd name="adj2" fmla="val 109580"/>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en-US" altLang="zh-CN" sz="1600" dirty="0">
                <a:latin typeface="Huawei Sans" panose="020C0503030203020204" pitchFamily="34" charset="0"/>
                <a:ea typeface="方正兰亭黑简体" panose="02000000000000000000" pitchFamily="2" charset="-122"/>
              </a:rPr>
              <a:t>SW1</a:t>
            </a:r>
            <a:r>
              <a:rPr lang="zh-CN" altLang="en-US" sz="1600" dirty="0">
                <a:latin typeface="Huawei Sans" panose="020C0503030203020204" pitchFamily="34" charset="0"/>
                <a:ea typeface="方正兰亭黑简体" panose="02000000000000000000" pitchFamily="2" charset="-122"/>
              </a:rPr>
              <a:t>接口</a:t>
            </a:r>
            <a:r>
              <a:rPr lang="zh-CN" altLang="zh-CN" sz="1600" dirty="0">
                <a:latin typeface="Huawei Sans" panose="020C0503030203020204" pitchFamily="34" charset="0"/>
                <a:ea typeface="方正兰亭黑简体" panose="02000000000000000000" pitchFamily="2" charset="-122"/>
              </a:rPr>
              <a:t>的</a:t>
            </a:r>
            <a:r>
              <a:rPr lang="en-US" altLang="zh-CN" sz="1600" dirty="0">
                <a:latin typeface="Huawei Sans" panose="020C0503030203020204" pitchFamily="34" charset="0"/>
                <a:ea typeface="方正兰亭黑简体" panose="02000000000000000000" pitchFamily="2" charset="-122"/>
              </a:rPr>
              <a:t>LACP</a:t>
            </a:r>
            <a:r>
              <a:rPr lang="zh-CN" altLang="zh-CN" sz="1600" dirty="0">
                <a:latin typeface="Huawei Sans" panose="020C0503030203020204" pitchFamily="34" charset="0"/>
                <a:ea typeface="方正兰亭黑简体" panose="02000000000000000000" pitchFamily="2" charset="-122"/>
              </a:rPr>
              <a:t>系统优先级值</a:t>
            </a:r>
            <a:r>
              <a:rPr lang="zh-CN" altLang="en-US" sz="1600" dirty="0">
                <a:latin typeface="Huawei Sans" panose="020C0503030203020204" pitchFamily="34" charset="0"/>
                <a:ea typeface="方正兰亭黑简体" panose="02000000000000000000" pitchFamily="2" charset="-122"/>
              </a:rPr>
              <a:t>的变化</a:t>
            </a:r>
            <a:endParaRPr lang="en-US" altLang="zh-CN" sz="1600" b="1" dirty="0">
              <a:latin typeface="+mn-ea"/>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dissolve">
                                      <p:cBhvr>
                                        <p:cTn id="2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4.2.3 </a:t>
            </a:r>
            <a:r>
              <a:rPr lang="zh-CN" altLang="en-US" dirty="0" smtClean="0"/>
              <a:t>链路聚合配置</a:t>
            </a:r>
            <a:endParaRPr lang="zh-CN" altLang="en-US" dirty="0"/>
          </a:p>
        </p:txBody>
      </p:sp>
      <p:sp>
        <p:nvSpPr>
          <p:cNvPr id="3" name="文本占位符 2"/>
          <p:cNvSpPr>
            <a:spLocks noGrp="1"/>
          </p:cNvSpPr>
          <p:nvPr>
            <p:ph type="body" sz="quarter" idx="10"/>
          </p:nvPr>
        </p:nvSpPr>
        <p:spPr/>
        <p:txBody>
          <a:bodyPr/>
          <a:lstStyle/>
          <a:p>
            <a:r>
              <a:rPr lang="en-US" altLang="zh-CN" dirty="0" smtClean="0"/>
              <a:t>Eth-Trunk</a:t>
            </a:r>
            <a:r>
              <a:rPr lang="zh-CN" altLang="zh-CN" dirty="0" smtClean="0"/>
              <a:t>中活动接口的数量</a:t>
            </a:r>
            <a:r>
              <a:rPr lang="en-US" altLang="zh-CN" dirty="0" smtClean="0"/>
              <a:t>       </a:t>
            </a:r>
            <a:endParaRPr lang="en-US" altLang="zh-CN" dirty="0" smtClean="0"/>
          </a:p>
          <a:p>
            <a:endParaRPr lang="en-US" altLang="zh-CN" dirty="0"/>
          </a:p>
        </p:txBody>
      </p:sp>
      <p:graphicFrame>
        <p:nvGraphicFramePr>
          <p:cNvPr id="5" name="表格 4"/>
          <p:cNvGraphicFramePr>
            <a:graphicFrameLocks noGrp="1"/>
          </p:cNvGraphicFramePr>
          <p:nvPr/>
        </p:nvGraphicFramePr>
        <p:xfrm>
          <a:off x="927369" y="1989832"/>
          <a:ext cx="9616965" cy="4287914"/>
        </p:xfrm>
        <a:graphic>
          <a:graphicData uri="http://schemas.openxmlformats.org/drawingml/2006/table">
            <a:tbl>
              <a:tblPr firstRow="1" firstCol="1" bandRow="1"/>
              <a:tblGrid>
                <a:gridCol w="9616965"/>
              </a:tblGrid>
              <a:tr h="4287914">
                <a:tc>
                  <a:txBody>
                    <a:bodyPr/>
                    <a:lstStyle/>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[SW1]interface eth-trunk 2</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[SWI-Eth-Trunk2]max active-</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linknumber</a:t>
                      </a:r>
                      <a:r>
                        <a:rPr lang="en-US" altLang="zh-CN" sz="1800" kern="1200" dirty="0">
                          <a:solidFill>
                            <a:schemeClr val="tx1"/>
                          </a:solidFill>
                          <a:effectLst/>
                          <a:latin typeface="宋体" panose="02010600030101010101" pitchFamily="2" charset="-122"/>
                          <a:ea typeface="宋体" panose="02010600030101010101" pitchFamily="2" charset="-122"/>
                          <a:cs typeface="+mn-cs"/>
                        </a:rPr>
                        <a:t> 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[SWI-Eth-Trunk2]quit</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[SWI]display eth-trunk 2</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Eth-Trunk 2</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s state information is:</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Local:</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LAG ID:2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WorkingMode</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 STATIC</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Preempt Delay: Disabled      Hash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arithetic</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According to SIP-XOR-DIP</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System Priority: 2000        System ID</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4cbf-ecc1-344a</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Least Active-</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linknumber</a:t>
                      </a:r>
                      <a:r>
                        <a:rPr lang="en-US" altLang="zh-CN" sz="1800" kern="1200" dirty="0">
                          <a:solidFill>
                            <a:schemeClr val="tx1"/>
                          </a:solidFill>
                          <a:effectLst/>
                          <a:latin typeface="宋体" panose="02010600030101010101" pitchFamily="2" charset="-122"/>
                          <a:ea typeface="宋体" panose="02010600030101010101" pitchFamily="2" charset="-122"/>
                          <a:cs typeface="+mn-cs"/>
                        </a:rPr>
                        <a:t>: 1   Max Active-link number</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Operate status</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up           Number of Up Port In Trunk</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1                                                                 </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err="1">
                          <a:solidFill>
                            <a:schemeClr val="tx1"/>
                          </a:solidFill>
                          <a:effectLst/>
                          <a:latin typeface="宋体" panose="02010600030101010101" pitchFamily="2" charset="-122"/>
                          <a:ea typeface="宋体" panose="02010600030101010101" pitchFamily="2" charset="-122"/>
                          <a:cs typeface="+mn-cs"/>
                        </a:rPr>
                        <a:t>ActorPortName</a:t>
                      </a:r>
                      <a:r>
                        <a:rPr lang="en-US" altLang="zh-CN" sz="1800" kern="1200" dirty="0">
                          <a:solidFill>
                            <a:schemeClr val="tx1"/>
                          </a:solidFill>
                          <a:effectLst/>
                          <a:latin typeface="宋体" panose="02010600030101010101" pitchFamily="2" charset="-122"/>
                          <a:ea typeface="宋体" panose="02010600030101010101" pitchFamily="2" charset="-122"/>
                          <a:cs typeface="+mn-cs"/>
                        </a:rPr>
                        <a:t>         Status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PortType</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PortPri</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PortNo</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PortKey</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PortState</a:t>
                      </a:r>
                      <a:r>
                        <a:rPr lang="en-US" altLang="zh-CN" sz="1800" kern="1200" dirty="0">
                          <a:solidFill>
                            <a:schemeClr val="tx1"/>
                          </a:solidFill>
                          <a:effectLst/>
                          <a:latin typeface="宋体" panose="02010600030101010101" pitchFamily="2" charset="-122"/>
                          <a:ea typeface="宋体" panose="02010600030101010101" pitchFamily="2" charset="-122"/>
                          <a:cs typeface="+mn-cs"/>
                        </a:rPr>
                        <a:t>  Weight</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GigabitEthernet0/0/1  Selected  1GE      1000     2      7729    10111100   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GigabitEthernet0/0/2  Unselect  1GE      2000     3      7729    10111100   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txBody>
                  <a:tcPr marL="114300" marR="11430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10" name="直接连接符 136"/>
          <p:cNvCxnSpPr>
            <a:cxnSpLocks noChangeShapeType="1"/>
          </p:cNvCxnSpPr>
          <p:nvPr/>
        </p:nvCxnSpPr>
        <p:spPr bwMode="auto">
          <a:xfrm>
            <a:off x="2860683" y="2573409"/>
            <a:ext cx="2628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1" name="AutoShape 66"/>
          <p:cNvSpPr>
            <a:spLocks noChangeArrowheads="1"/>
          </p:cNvSpPr>
          <p:nvPr/>
        </p:nvSpPr>
        <p:spPr bwMode="auto">
          <a:xfrm>
            <a:off x="5856460" y="2234216"/>
            <a:ext cx="2436640" cy="432000"/>
          </a:xfrm>
          <a:prstGeom prst="wedgeRoundRectCallout">
            <a:avLst>
              <a:gd name="adj1" fmla="val -64922"/>
              <a:gd name="adj2" fmla="val -4002"/>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dirty="0">
                <a:latin typeface="+mn-ea"/>
                <a:ea typeface="+mn-ea"/>
                <a:cs typeface="Times New Roman" panose="02020603050405020304" pitchFamily="18" charset="0"/>
              </a:rPr>
              <a:t>配置活动接口的数量为</a:t>
            </a:r>
            <a:r>
              <a:rPr lang="en-US" altLang="zh-CN" sz="1600" dirty="0">
                <a:latin typeface="+mn-ea"/>
                <a:ea typeface="+mn-ea"/>
                <a:cs typeface="Times New Roman" panose="02020603050405020304" pitchFamily="18" charset="0"/>
              </a:rPr>
              <a:t>1</a:t>
            </a:r>
            <a:endParaRPr lang="en-US" altLang="zh-CN" sz="1600" dirty="0">
              <a:latin typeface="+mn-ea"/>
              <a:ea typeface="+mn-ea"/>
              <a:cs typeface="Times New Roman" panose="02020603050405020304" pitchFamily="18" charset="0"/>
            </a:endParaRPr>
          </a:p>
        </p:txBody>
      </p:sp>
      <p:cxnSp>
        <p:nvCxnSpPr>
          <p:cNvPr id="12" name="直接连接符 136"/>
          <p:cNvCxnSpPr>
            <a:cxnSpLocks noChangeShapeType="1"/>
          </p:cNvCxnSpPr>
          <p:nvPr/>
        </p:nvCxnSpPr>
        <p:spPr bwMode="auto">
          <a:xfrm>
            <a:off x="4339137" y="4745985"/>
            <a:ext cx="2880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3" name="AutoShape 66"/>
          <p:cNvSpPr>
            <a:spLocks noChangeArrowheads="1"/>
          </p:cNvSpPr>
          <p:nvPr/>
        </p:nvSpPr>
        <p:spPr bwMode="auto">
          <a:xfrm>
            <a:off x="8153399" y="4323096"/>
            <a:ext cx="2232000" cy="432000"/>
          </a:xfrm>
          <a:prstGeom prst="wedgeRoundRectCallout">
            <a:avLst>
              <a:gd name="adj1" fmla="val -91842"/>
              <a:gd name="adj2" fmla="val 24985"/>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dirty="0">
                <a:latin typeface="+mn-ea"/>
                <a:ea typeface="+mn-ea"/>
                <a:cs typeface="Times New Roman" panose="02020603050405020304" pitchFamily="18" charset="0"/>
              </a:rPr>
              <a:t>验证活动接口的数量</a:t>
            </a:r>
            <a:endParaRPr lang="en-US" altLang="zh-CN" sz="1600" dirty="0">
              <a:latin typeface="+mn-ea"/>
              <a:ea typeface="+mn-ea"/>
              <a:cs typeface="Times New Roman" panose="02020603050405020304" pitchFamily="18" charset="0"/>
            </a:endParaRPr>
          </a:p>
        </p:txBody>
      </p:sp>
      <p:sp>
        <p:nvSpPr>
          <p:cNvPr id="22" name="AutoShape 66"/>
          <p:cNvSpPr>
            <a:spLocks noChangeArrowheads="1"/>
          </p:cNvSpPr>
          <p:nvPr/>
        </p:nvSpPr>
        <p:spPr bwMode="auto">
          <a:xfrm>
            <a:off x="8153400" y="4814868"/>
            <a:ext cx="2232000" cy="513743"/>
          </a:xfrm>
          <a:prstGeom prst="wedgeRoundRectCallout">
            <a:avLst>
              <a:gd name="adj1" fmla="val 11751"/>
              <a:gd name="adj2" fmla="val 139463"/>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en-US" altLang="zh-CN" sz="1600" dirty="0">
                <a:latin typeface="Huawei Sans" panose="020C0503030203020204" pitchFamily="34" charset="0"/>
                <a:ea typeface="方正兰亭黑简体" panose="02000000000000000000" pitchFamily="2" charset="-122"/>
              </a:rPr>
              <a:t>LACP</a:t>
            </a:r>
            <a:r>
              <a:rPr lang="zh-CN" altLang="zh-CN" sz="1600" dirty="0">
                <a:latin typeface="Huawei Sans" panose="020C0503030203020204" pitchFamily="34" charset="0"/>
                <a:ea typeface="方正兰亭黑简体" panose="02000000000000000000" pitchFamily="2" charset="-122"/>
              </a:rPr>
              <a:t>接口优先级最低的接口成为备用接口</a:t>
            </a:r>
            <a:endParaRPr lang="en-US" altLang="zh-CN" sz="1600" dirty="0">
              <a:latin typeface="+mn-ea"/>
              <a:ea typeface="+mn-ea"/>
              <a:cs typeface="Times New Roman" panose="02020603050405020304" pitchFamily="18" charset="0"/>
            </a:endParaRPr>
          </a:p>
        </p:txBody>
      </p:sp>
      <p:sp>
        <p:nvSpPr>
          <p:cNvPr id="7" name="矩形 6"/>
          <p:cNvSpPr/>
          <p:nvPr/>
        </p:nvSpPr>
        <p:spPr>
          <a:xfrm>
            <a:off x="965468" y="5814750"/>
            <a:ext cx="9029431" cy="360000"/>
          </a:xfrm>
          <a:prstGeom prst="rect">
            <a:avLst/>
          </a:prstGeom>
          <a:noFill/>
          <a:ln w="44450">
            <a:solidFill>
              <a:srgbClr val="FF99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2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4.2.3 </a:t>
            </a:r>
            <a:r>
              <a:rPr lang="zh-CN" altLang="en-US" dirty="0" smtClean="0"/>
              <a:t>链路聚合配置</a:t>
            </a:r>
            <a:endParaRPr lang="zh-CN" altLang="en-US" dirty="0"/>
          </a:p>
        </p:txBody>
      </p:sp>
      <p:sp>
        <p:nvSpPr>
          <p:cNvPr id="3" name="文本占位符 2"/>
          <p:cNvSpPr>
            <a:spLocks noGrp="1"/>
          </p:cNvSpPr>
          <p:nvPr>
            <p:ph type="body" sz="quarter" idx="10"/>
          </p:nvPr>
        </p:nvSpPr>
        <p:spPr/>
        <p:txBody>
          <a:bodyPr/>
          <a:lstStyle/>
          <a:p>
            <a:r>
              <a:rPr lang="zh-CN" altLang="zh-CN" dirty="0" smtClean="0"/>
              <a:t>使用【</a:t>
            </a:r>
            <a:r>
              <a:rPr lang="en-US" altLang="zh-CN" dirty="0" smtClean="0"/>
              <a:t>shutdown</a:t>
            </a:r>
            <a:r>
              <a:rPr lang="zh-CN" altLang="zh-CN" dirty="0" smtClean="0"/>
              <a:t>】命令在</a:t>
            </a:r>
            <a:r>
              <a:rPr lang="en-US" altLang="zh-CN" dirty="0" smtClean="0"/>
              <a:t>SW1</a:t>
            </a:r>
            <a:r>
              <a:rPr lang="zh-CN" altLang="zh-CN" dirty="0" smtClean="0"/>
              <a:t>上关闭</a:t>
            </a:r>
            <a:r>
              <a:rPr lang="en-US" altLang="zh-CN" dirty="0" smtClean="0"/>
              <a:t>G0/0/1</a:t>
            </a:r>
            <a:r>
              <a:rPr lang="zh-CN" altLang="zh-CN" dirty="0" smtClean="0"/>
              <a:t>接口模拟接口物理故障，查看抢占结果。</a:t>
            </a:r>
            <a:r>
              <a:rPr lang="en-US" altLang="zh-CN" dirty="0" smtClean="0"/>
              <a:t>     </a:t>
            </a:r>
            <a:endParaRPr lang="en-US" altLang="zh-CN" dirty="0" smtClean="0"/>
          </a:p>
        </p:txBody>
      </p:sp>
      <p:graphicFrame>
        <p:nvGraphicFramePr>
          <p:cNvPr id="5" name="表格 4"/>
          <p:cNvGraphicFramePr>
            <a:graphicFrameLocks noGrp="1"/>
          </p:cNvGraphicFramePr>
          <p:nvPr/>
        </p:nvGraphicFramePr>
        <p:xfrm>
          <a:off x="936625" y="1976144"/>
          <a:ext cx="10360800" cy="4287914"/>
        </p:xfrm>
        <a:graphic>
          <a:graphicData uri="http://schemas.openxmlformats.org/drawingml/2006/table">
            <a:tbl>
              <a:tblPr firstRow="1" firstCol="1" bandRow="1"/>
              <a:tblGrid>
                <a:gridCol w="10360800"/>
              </a:tblGrid>
              <a:tr h="4287914">
                <a:tc>
                  <a:txBody>
                    <a:bodyPr/>
                    <a:lstStyle/>
                    <a:p>
                      <a:r>
                        <a:rPr lang="en-US" altLang="zh-CN" sz="1800" kern="1200" dirty="0">
                          <a:solidFill>
                            <a:schemeClr val="tx1"/>
                          </a:solidFill>
                          <a:effectLst/>
                          <a:latin typeface="宋体" panose="02010600030101010101" pitchFamily="2" charset="-122"/>
                          <a:ea typeface="宋体" panose="02010600030101010101" pitchFamily="2" charset="-122"/>
                          <a:cs typeface="+mn-cs"/>
                        </a:rPr>
                        <a:t>[SW1]interface GigabitEthernet0/0/1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[SW1-GigabitEthernet0/0/1]shutdown</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[SW1-GigabitEthernet0/0/1]quit</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[SW1]display eth-Trunk 2</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Eth-Trunk 2</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s state information is:</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Local:</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LAG ID:2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WorkingMode</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 STATIC</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Preempt Delay: Disabled      Hash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arithetic</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According to SIP-XOR-DIP</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System Priority: 2000        System ID</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4cbf-ecc1-344a</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Least Active-</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linknumber</a:t>
                      </a:r>
                      <a:r>
                        <a:rPr lang="en-US" altLang="zh-CN" sz="1800" kern="1200" dirty="0">
                          <a:solidFill>
                            <a:schemeClr val="tx1"/>
                          </a:solidFill>
                          <a:effectLst/>
                          <a:latin typeface="宋体" panose="02010600030101010101" pitchFamily="2" charset="-122"/>
                          <a:ea typeface="宋体" panose="02010600030101010101" pitchFamily="2" charset="-122"/>
                          <a:cs typeface="+mn-cs"/>
                        </a:rPr>
                        <a:t>: 1   Max Active-</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linknumber</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Operate status</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up           Number of Up Port In Trunk</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a:solidFill>
                            <a:schemeClr val="tx1"/>
                          </a:solidFill>
                          <a:effectLst/>
                          <a:latin typeface="宋体" panose="02010600030101010101" pitchFamily="2" charset="-122"/>
                          <a:ea typeface="宋体" panose="02010600030101010101" pitchFamily="2" charset="-122"/>
                          <a:cs typeface="+mn-cs"/>
                        </a:rPr>
                        <a:t>                                                                    </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kern="1200" dirty="0" err="1">
                          <a:solidFill>
                            <a:schemeClr val="tx1"/>
                          </a:solidFill>
                          <a:effectLst/>
                          <a:latin typeface="宋体" panose="02010600030101010101" pitchFamily="2" charset="-122"/>
                          <a:ea typeface="宋体" panose="02010600030101010101" pitchFamily="2" charset="-122"/>
                          <a:cs typeface="+mn-cs"/>
                        </a:rPr>
                        <a:t>ActorPortName</a:t>
                      </a:r>
                      <a:r>
                        <a:rPr lang="en-US" altLang="zh-CN" sz="1800" kern="1200" dirty="0">
                          <a:solidFill>
                            <a:schemeClr val="tx1"/>
                          </a:solidFill>
                          <a:effectLst/>
                          <a:latin typeface="宋体" panose="02010600030101010101" pitchFamily="2" charset="-122"/>
                          <a:ea typeface="宋体" panose="02010600030101010101" pitchFamily="2" charset="-122"/>
                          <a:cs typeface="+mn-cs"/>
                        </a:rPr>
                        <a:t>         Status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PortType</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PortPri</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PortNo</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PortKey</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PortState</a:t>
                      </a:r>
                      <a:r>
                        <a:rPr lang="en-US" altLang="zh-CN" sz="1800" kern="1200" dirty="0">
                          <a:solidFill>
                            <a:schemeClr val="tx1"/>
                          </a:solidFill>
                          <a:effectLst/>
                          <a:latin typeface="宋体" panose="02010600030101010101" pitchFamily="2" charset="-122"/>
                          <a:ea typeface="宋体" panose="02010600030101010101" pitchFamily="2" charset="-122"/>
                          <a:cs typeface="+mn-cs"/>
                        </a:rPr>
                        <a:t>  Weight</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b="1" kern="1200" dirty="0">
                          <a:solidFill>
                            <a:schemeClr val="tx1"/>
                          </a:solidFill>
                          <a:effectLst/>
                          <a:latin typeface="宋体" panose="02010600030101010101" pitchFamily="2" charset="-122"/>
                          <a:ea typeface="宋体" panose="02010600030101010101" pitchFamily="2" charset="-122"/>
                          <a:cs typeface="+mn-cs"/>
                        </a:rPr>
                        <a:t>GigabitEthernet0/0/1  Unselect  1GE      1000     2      7729    10111100   1</a:t>
                      </a:r>
                      <a:endParaRPr lang="zh-CN" altLang="zh-CN" sz="1800" b="1" kern="1200" dirty="0">
                        <a:solidFill>
                          <a:schemeClr val="tx1"/>
                        </a:solidFill>
                        <a:effectLst/>
                        <a:latin typeface="宋体" panose="02010600030101010101" pitchFamily="2" charset="-122"/>
                        <a:ea typeface="宋体" panose="02010600030101010101" pitchFamily="2" charset="-122"/>
                        <a:cs typeface="+mn-cs"/>
                      </a:endParaRPr>
                    </a:p>
                    <a:p>
                      <a:r>
                        <a:rPr lang="en-US" altLang="zh-CN" sz="1800" b="1" kern="1200" dirty="0">
                          <a:solidFill>
                            <a:schemeClr val="tx1"/>
                          </a:solidFill>
                          <a:effectLst/>
                          <a:latin typeface="宋体" panose="02010600030101010101" pitchFamily="2" charset="-122"/>
                          <a:ea typeface="宋体" panose="02010600030101010101" pitchFamily="2" charset="-122"/>
                          <a:cs typeface="+mn-cs"/>
                        </a:rPr>
                        <a:t>GigabitEthernet0/0/2  Selected  1GE      2000     3      7729    10111100   1</a:t>
                      </a:r>
                      <a:endParaRPr lang="zh-CN" altLang="zh-CN" sz="1800" b="1" kern="1200" dirty="0">
                        <a:solidFill>
                          <a:schemeClr val="tx1"/>
                        </a:solidFill>
                        <a:effectLst/>
                        <a:latin typeface="宋体" panose="02010600030101010101" pitchFamily="2" charset="-122"/>
                        <a:ea typeface="宋体" panose="02010600030101010101" pitchFamily="2" charset="-122"/>
                        <a:cs typeface="+mn-cs"/>
                      </a:endParaRPr>
                    </a:p>
                  </a:txBody>
                  <a:tcPr marL="114300" marR="11430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sp>
        <p:nvSpPr>
          <p:cNvPr id="11" name="AutoShape 66"/>
          <p:cNvSpPr>
            <a:spLocks noChangeArrowheads="1"/>
          </p:cNvSpPr>
          <p:nvPr/>
        </p:nvSpPr>
        <p:spPr bwMode="auto">
          <a:xfrm>
            <a:off x="8204200" y="4508499"/>
            <a:ext cx="2108201" cy="624887"/>
          </a:xfrm>
          <a:prstGeom prst="wedgeRoundRectCallout">
            <a:avLst>
              <a:gd name="adj1" fmla="val 15070"/>
              <a:gd name="adj2" fmla="val 116838"/>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zh-CN" sz="1600" dirty="0">
                <a:latin typeface="Huawei Sans" panose="020C0503030203020204" pitchFamily="34" charset="0"/>
                <a:ea typeface="方正兰亭黑简体" panose="02000000000000000000" pitchFamily="2" charset="-122"/>
              </a:rPr>
              <a:t>备用接口变为活动接口</a:t>
            </a:r>
            <a:r>
              <a:rPr lang="en-US" altLang="zh-CN" sz="1600" dirty="0">
                <a:latin typeface="Huawei Sans" panose="020C0503030203020204" pitchFamily="34" charset="0"/>
                <a:ea typeface="方正兰亭黑简体" panose="02000000000000000000" pitchFamily="2" charset="-122"/>
              </a:rPr>
              <a:t>,</a:t>
            </a:r>
            <a:r>
              <a:rPr lang="zh-CN" altLang="en-US" sz="1600" dirty="0">
                <a:latin typeface="Huawei Sans" panose="020C0503030203020204" pitchFamily="34" charset="0"/>
                <a:ea typeface="方正兰亭黑简体" panose="02000000000000000000" pitchFamily="2" charset="-122"/>
              </a:rPr>
              <a:t>状态为</a:t>
            </a:r>
            <a:r>
              <a:rPr lang="en-US" altLang="zh-CN" sz="1600" dirty="0">
                <a:latin typeface="Huawei Sans" panose="020C0503030203020204" pitchFamily="34" charset="0"/>
                <a:ea typeface="方正兰亭黑简体" panose="02000000000000000000" pitchFamily="2" charset="-122"/>
              </a:rPr>
              <a:t>Selected</a:t>
            </a:r>
            <a:endParaRPr lang="en-US" altLang="zh-CN" sz="1600" dirty="0">
              <a:latin typeface="+mn-ea"/>
              <a:ea typeface="+mn-ea"/>
              <a:cs typeface="Times New Roman" panose="02020603050405020304" pitchFamily="18" charset="0"/>
            </a:endParaRPr>
          </a:p>
        </p:txBody>
      </p:sp>
      <p:sp>
        <p:nvSpPr>
          <p:cNvPr id="12" name="矩形 11"/>
          <p:cNvSpPr/>
          <p:nvPr/>
        </p:nvSpPr>
        <p:spPr>
          <a:xfrm>
            <a:off x="949324" y="5578968"/>
            <a:ext cx="9108000" cy="540000"/>
          </a:xfrm>
          <a:prstGeom prst="rect">
            <a:avLst/>
          </a:prstGeom>
          <a:noFill/>
          <a:ln w="44450">
            <a:solidFill>
              <a:srgbClr val="FF99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4.2.3 </a:t>
            </a:r>
            <a:r>
              <a:rPr lang="zh-CN" altLang="en-US" dirty="0" smtClean="0"/>
              <a:t>链路聚合配置</a:t>
            </a:r>
            <a:endParaRPr lang="zh-CN" altLang="en-US" dirty="0"/>
          </a:p>
        </p:txBody>
      </p:sp>
      <p:sp>
        <p:nvSpPr>
          <p:cNvPr id="3" name="文本占位符 2"/>
          <p:cNvSpPr>
            <a:spLocks noGrp="1"/>
          </p:cNvSpPr>
          <p:nvPr>
            <p:ph type="body" sz="quarter" idx="10"/>
          </p:nvPr>
        </p:nvSpPr>
        <p:spPr/>
        <p:txBody>
          <a:bodyPr/>
          <a:lstStyle/>
          <a:p>
            <a:r>
              <a:rPr lang="en-US" altLang="zh-CN" dirty="0" smtClean="0"/>
              <a:t>LACP</a:t>
            </a:r>
            <a:r>
              <a:rPr lang="zh-CN" altLang="en-US" dirty="0" smtClean="0"/>
              <a:t>的抢占功能</a:t>
            </a:r>
            <a:r>
              <a:rPr lang="en-US" altLang="zh-CN" dirty="0" smtClean="0"/>
              <a:t>         </a:t>
            </a:r>
            <a:endParaRPr lang="en-US" altLang="zh-CN" dirty="0" smtClean="0"/>
          </a:p>
        </p:txBody>
      </p:sp>
      <p:graphicFrame>
        <p:nvGraphicFramePr>
          <p:cNvPr id="5" name="表格 4"/>
          <p:cNvGraphicFramePr>
            <a:graphicFrameLocks noGrp="1"/>
          </p:cNvGraphicFramePr>
          <p:nvPr/>
        </p:nvGraphicFramePr>
        <p:xfrm>
          <a:off x="923925" y="1847190"/>
          <a:ext cx="10360800" cy="4663440"/>
        </p:xfrm>
        <a:graphic>
          <a:graphicData uri="http://schemas.openxmlformats.org/drawingml/2006/table">
            <a:tbl>
              <a:tblPr firstRow="1" firstCol="1" bandRow="1"/>
              <a:tblGrid>
                <a:gridCol w="10360800"/>
              </a:tblGrid>
              <a:tr h="4287914">
                <a:tc>
                  <a:txBody>
                    <a:bodyPr/>
                    <a:lstStyle/>
                    <a:p>
                      <a:r>
                        <a:rPr lang="en-US" altLang="zh-CN" sz="1800" kern="1200" dirty="0">
                          <a:solidFill>
                            <a:schemeClr val="tx1"/>
                          </a:solidFill>
                          <a:effectLst/>
                          <a:latin typeface="宋体" panose="02010600030101010101" pitchFamily="2" charset="-122"/>
                          <a:ea typeface="宋体" panose="02010600030101010101" pitchFamily="2" charset="-122"/>
                          <a:cs typeface="+mn-cs"/>
                        </a:rPr>
                        <a:t>[SW1]interface GigabitEthernet0/0/1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[SW1]interface Eth-Trunk 2</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[SW1-Eth-Trunk2]</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lacp</a:t>
                      </a:r>
                      <a:r>
                        <a:rPr lang="en-US" altLang="zh-CN" sz="1800" kern="1200" dirty="0">
                          <a:solidFill>
                            <a:schemeClr val="tx1"/>
                          </a:solidFill>
                          <a:effectLst/>
                          <a:latin typeface="宋体" panose="02010600030101010101" pitchFamily="2" charset="-122"/>
                          <a:ea typeface="宋体" panose="02010600030101010101" pitchFamily="2" charset="-122"/>
                          <a:cs typeface="+mn-cs"/>
                        </a:rPr>
                        <a:t> preempt enable</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[SW1-Eth-Trunk2]</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lacp</a:t>
                      </a:r>
                      <a:r>
                        <a:rPr lang="en-US" altLang="zh-CN" sz="1800" kern="1200" dirty="0">
                          <a:solidFill>
                            <a:schemeClr val="tx1"/>
                          </a:solidFill>
                          <a:effectLst/>
                          <a:latin typeface="宋体" panose="02010600030101010101" pitchFamily="2" charset="-122"/>
                          <a:ea typeface="宋体" panose="02010600030101010101" pitchFamily="2" charset="-122"/>
                          <a:cs typeface="+mn-cs"/>
                        </a:rPr>
                        <a:t> preempt delay 10</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[SW1-GagibitEthernet0/0/1]undo shutdown</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[SW1]display eth-trunk 2</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Eth-Trunk 2</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s state information is:</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Local:</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LAG ID:2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WorkingMode</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 STATIC</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b="1" kern="1200" dirty="0">
                          <a:solidFill>
                            <a:schemeClr val="tx1"/>
                          </a:solidFill>
                          <a:effectLst/>
                          <a:latin typeface="宋体" panose="02010600030101010101" pitchFamily="2" charset="-122"/>
                          <a:ea typeface="宋体" panose="02010600030101010101" pitchFamily="2" charset="-122"/>
                          <a:cs typeface="+mn-cs"/>
                        </a:rPr>
                        <a:t>Preempt Delay Time: 10</a:t>
                      </a:r>
                      <a:r>
                        <a:rPr lang="en-US" altLang="zh-CN" sz="1800" kern="1200" dirty="0">
                          <a:solidFill>
                            <a:schemeClr val="tx1"/>
                          </a:solidFill>
                          <a:effectLst/>
                          <a:latin typeface="宋体" panose="02010600030101010101" pitchFamily="2" charset="-122"/>
                          <a:ea typeface="宋体" panose="02010600030101010101" pitchFamily="2" charset="-122"/>
                          <a:cs typeface="+mn-cs"/>
                        </a:rPr>
                        <a:t>           Hash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arithetic</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According to SIP-XOR-DIP</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System Priority: 2000            System ID</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4cbf-ecc1-344a</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Least Active-</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linknumber</a:t>
                      </a:r>
                      <a:r>
                        <a:rPr lang="en-US" altLang="zh-CN" sz="1800" kern="1200" dirty="0">
                          <a:solidFill>
                            <a:schemeClr val="tx1"/>
                          </a:solidFill>
                          <a:effectLst/>
                          <a:latin typeface="宋体" panose="02010600030101010101" pitchFamily="2" charset="-122"/>
                          <a:ea typeface="宋体" panose="02010600030101010101" pitchFamily="2" charset="-122"/>
                          <a:cs typeface="+mn-cs"/>
                        </a:rPr>
                        <a:t>: 1       Max Active-link number</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Operate status</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up               Number of Up Port In Trunk</a:t>
                      </a:r>
                      <a:r>
                        <a:rPr lang="zh-CN" altLang="zh-CN" sz="1800" kern="1200" dirty="0">
                          <a:solidFill>
                            <a:schemeClr val="tx1"/>
                          </a:solidFill>
                          <a:effectLst/>
                          <a:latin typeface="宋体" panose="02010600030101010101" pitchFamily="2" charset="-122"/>
                          <a:ea typeface="宋体" panose="02010600030101010101" pitchFamily="2" charset="-122"/>
                          <a:cs typeface="+mn-cs"/>
                        </a:rPr>
                        <a:t>：</a:t>
                      </a:r>
                      <a:r>
                        <a:rPr lang="en-US" altLang="zh-CN" sz="1800" kern="1200" dirty="0">
                          <a:solidFill>
                            <a:schemeClr val="tx1"/>
                          </a:solidFill>
                          <a:effectLst/>
                          <a:latin typeface="宋体" panose="02010600030101010101" pitchFamily="2" charset="-122"/>
                          <a:ea typeface="宋体" panose="02010600030101010101" pitchFamily="2" charset="-122"/>
                          <a:cs typeface="+mn-cs"/>
                        </a:rPr>
                        <a:t>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                                                                    </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err="1">
                          <a:solidFill>
                            <a:schemeClr val="tx1"/>
                          </a:solidFill>
                          <a:effectLst/>
                          <a:latin typeface="宋体" panose="02010600030101010101" pitchFamily="2" charset="-122"/>
                          <a:ea typeface="宋体" panose="02010600030101010101" pitchFamily="2" charset="-122"/>
                          <a:cs typeface="+mn-cs"/>
                        </a:rPr>
                        <a:t>ActorPortName</a:t>
                      </a:r>
                      <a:r>
                        <a:rPr lang="en-US" altLang="zh-CN" sz="1800" kern="1200" dirty="0">
                          <a:solidFill>
                            <a:schemeClr val="tx1"/>
                          </a:solidFill>
                          <a:effectLst/>
                          <a:latin typeface="宋体" panose="02010600030101010101" pitchFamily="2" charset="-122"/>
                          <a:ea typeface="宋体" panose="02010600030101010101" pitchFamily="2" charset="-122"/>
                          <a:cs typeface="+mn-cs"/>
                        </a:rPr>
                        <a:t>         Status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PortType</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PortPri</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PortNo</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PortKey</a:t>
                      </a:r>
                      <a:r>
                        <a:rPr lang="en-US" altLang="zh-CN" sz="1800" kern="1200" dirty="0">
                          <a:solidFill>
                            <a:schemeClr val="tx1"/>
                          </a:solidFill>
                          <a:effectLst/>
                          <a:latin typeface="宋体" panose="02010600030101010101" pitchFamily="2" charset="-122"/>
                          <a:ea typeface="宋体" panose="02010600030101010101" pitchFamily="2" charset="-122"/>
                          <a:cs typeface="+mn-cs"/>
                        </a:rPr>
                        <a:t> </a:t>
                      </a:r>
                      <a:r>
                        <a:rPr lang="en-US" altLang="zh-CN" sz="1800" kern="1200" dirty="0" err="1">
                          <a:solidFill>
                            <a:schemeClr val="tx1"/>
                          </a:solidFill>
                          <a:effectLst/>
                          <a:latin typeface="宋体" panose="02010600030101010101" pitchFamily="2" charset="-122"/>
                          <a:ea typeface="宋体" panose="02010600030101010101" pitchFamily="2" charset="-122"/>
                          <a:cs typeface="+mn-cs"/>
                        </a:rPr>
                        <a:t>PortState</a:t>
                      </a:r>
                      <a:r>
                        <a:rPr lang="en-US" altLang="zh-CN" sz="1800" kern="1200" dirty="0">
                          <a:solidFill>
                            <a:schemeClr val="tx1"/>
                          </a:solidFill>
                          <a:effectLst/>
                          <a:latin typeface="宋体" panose="02010600030101010101" pitchFamily="2" charset="-122"/>
                          <a:ea typeface="宋体" panose="02010600030101010101" pitchFamily="2" charset="-122"/>
                          <a:cs typeface="+mn-cs"/>
                        </a:rPr>
                        <a:t>  Weight</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b="1" kern="1200" dirty="0">
                          <a:solidFill>
                            <a:schemeClr val="tx1"/>
                          </a:solidFill>
                          <a:effectLst/>
                          <a:latin typeface="宋体" panose="02010600030101010101" pitchFamily="2" charset="-122"/>
                          <a:ea typeface="宋体" panose="02010600030101010101" pitchFamily="2" charset="-122"/>
                          <a:cs typeface="+mn-cs"/>
                        </a:rPr>
                        <a:t>GigabitEthernet0/0/1  Selected  1GE      1000     2      7729    10111100   1</a:t>
                      </a:r>
                      <a:endParaRPr lang="zh-CN" altLang="zh-CN" sz="1800" b="1" kern="1200" dirty="0">
                        <a:solidFill>
                          <a:schemeClr val="tx1"/>
                        </a:solidFill>
                        <a:effectLst/>
                        <a:latin typeface="宋体" panose="02010600030101010101" pitchFamily="2" charset="-122"/>
                        <a:ea typeface="宋体" panose="02010600030101010101" pitchFamily="2" charset="-122"/>
                        <a:cs typeface="+mn-cs"/>
                      </a:endParaRPr>
                    </a:p>
                    <a:p>
                      <a:pPr marL="0" algn="l" defTabSz="913765" rtl="0" eaLnBrk="1" latinLnBrk="0" hangingPunct="1"/>
                      <a:r>
                        <a:rPr lang="en-US" altLang="zh-CN" sz="1800" kern="1200" dirty="0">
                          <a:solidFill>
                            <a:schemeClr val="tx1"/>
                          </a:solidFill>
                          <a:effectLst/>
                          <a:latin typeface="宋体" panose="02010600030101010101" pitchFamily="2" charset="-122"/>
                          <a:ea typeface="宋体" panose="02010600030101010101" pitchFamily="2" charset="-122"/>
                          <a:cs typeface="+mn-cs"/>
                        </a:rPr>
                        <a:t>GigabitEthernet0/0/2   Unselect  1GE      2000     3      7729    10111100   1</a:t>
                      </a:r>
                      <a:endParaRPr lang="zh-CN" altLang="zh-CN" sz="1800" kern="1200" dirty="0">
                        <a:solidFill>
                          <a:schemeClr val="tx1"/>
                        </a:solidFill>
                        <a:effectLst/>
                        <a:latin typeface="宋体" panose="02010600030101010101" pitchFamily="2" charset="-122"/>
                        <a:ea typeface="宋体" panose="02010600030101010101" pitchFamily="2" charset="-122"/>
                        <a:cs typeface="+mn-cs"/>
                      </a:endParaRPr>
                    </a:p>
                  </a:txBody>
                  <a:tcPr marL="114300" marR="114300" marT="0" marB="0">
                    <a:lnL w="12700" cap="flat" cmpd="sng" algn="ctr">
                      <a:solidFill>
                        <a:srgbClr val="000000"/>
                      </a:solidFill>
                      <a:prstDash val="dash"/>
                      <a:round/>
                      <a:headEnd type="none" w="med" len="med"/>
                      <a:tailEnd type="none" w="med" len="med"/>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r>
            </a:tbl>
          </a:graphicData>
        </a:graphic>
      </p:graphicFrame>
      <p:cxnSp>
        <p:nvCxnSpPr>
          <p:cNvPr id="6" name="直接连接符 136"/>
          <p:cNvCxnSpPr>
            <a:cxnSpLocks noChangeShapeType="1"/>
          </p:cNvCxnSpPr>
          <p:nvPr/>
        </p:nvCxnSpPr>
        <p:spPr bwMode="auto">
          <a:xfrm>
            <a:off x="2876107" y="2691860"/>
            <a:ext cx="219600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9" name="AutoShape 66"/>
          <p:cNvSpPr>
            <a:spLocks noChangeArrowheads="1"/>
          </p:cNvSpPr>
          <p:nvPr/>
        </p:nvSpPr>
        <p:spPr bwMode="auto">
          <a:xfrm>
            <a:off x="5277045" y="2371468"/>
            <a:ext cx="1642715" cy="390269"/>
          </a:xfrm>
          <a:prstGeom prst="wedgeRoundRectCallout">
            <a:avLst>
              <a:gd name="adj1" fmla="val -63969"/>
              <a:gd name="adj2" fmla="val -294"/>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dirty="0">
                <a:latin typeface="+mn-ea"/>
                <a:ea typeface="+mn-ea"/>
                <a:cs typeface="Times New Roman" panose="02020603050405020304" pitchFamily="18" charset="0"/>
              </a:rPr>
              <a:t>启用抢占功能</a:t>
            </a:r>
            <a:endParaRPr lang="en-US" altLang="zh-CN" sz="1600" dirty="0">
              <a:latin typeface="+mn-ea"/>
              <a:ea typeface="+mn-ea"/>
              <a:cs typeface="Times New Roman" panose="02020603050405020304" pitchFamily="18" charset="0"/>
            </a:endParaRPr>
          </a:p>
        </p:txBody>
      </p:sp>
      <p:cxnSp>
        <p:nvCxnSpPr>
          <p:cNvPr id="10" name="直接连接符 136"/>
          <p:cNvCxnSpPr>
            <a:cxnSpLocks noChangeShapeType="1"/>
          </p:cNvCxnSpPr>
          <p:nvPr/>
        </p:nvCxnSpPr>
        <p:spPr bwMode="auto">
          <a:xfrm>
            <a:off x="1041177" y="4605618"/>
            <a:ext cx="2565988"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2" name="AutoShape 66"/>
          <p:cNvSpPr>
            <a:spLocks noChangeArrowheads="1"/>
          </p:cNvSpPr>
          <p:nvPr/>
        </p:nvSpPr>
        <p:spPr bwMode="auto">
          <a:xfrm>
            <a:off x="2324171" y="3865501"/>
            <a:ext cx="2298989" cy="399221"/>
          </a:xfrm>
          <a:prstGeom prst="wedgeRoundRectCallout">
            <a:avLst>
              <a:gd name="adj1" fmla="val -45168"/>
              <a:gd name="adj2" fmla="val 78540"/>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dirty="0">
                <a:latin typeface="+mn-ea"/>
                <a:ea typeface="+mn-ea"/>
                <a:cs typeface="Times New Roman" panose="02020603050405020304" pitchFamily="18" charset="0"/>
              </a:rPr>
              <a:t>抢占延迟时间为</a:t>
            </a:r>
            <a:r>
              <a:rPr lang="en-US" altLang="zh-CN" sz="1600" dirty="0">
                <a:latin typeface="+mn-ea"/>
                <a:ea typeface="+mn-ea"/>
                <a:cs typeface="Times New Roman" panose="02020603050405020304" pitchFamily="18" charset="0"/>
              </a:rPr>
              <a:t>10s</a:t>
            </a:r>
            <a:endParaRPr lang="en-US" altLang="zh-CN" sz="1600" dirty="0">
              <a:latin typeface="+mn-ea"/>
              <a:ea typeface="+mn-ea"/>
              <a:cs typeface="Times New Roman" panose="02020603050405020304" pitchFamily="18" charset="0"/>
            </a:endParaRPr>
          </a:p>
        </p:txBody>
      </p:sp>
      <p:cxnSp>
        <p:nvCxnSpPr>
          <p:cNvPr id="14" name="直接连接符 136"/>
          <p:cNvCxnSpPr>
            <a:cxnSpLocks noChangeShapeType="1"/>
          </p:cNvCxnSpPr>
          <p:nvPr/>
        </p:nvCxnSpPr>
        <p:spPr bwMode="auto">
          <a:xfrm>
            <a:off x="1028477" y="6245232"/>
            <a:ext cx="9029850" cy="0"/>
          </a:xfrm>
          <a:prstGeom prst="line">
            <a:avLst/>
          </a:prstGeom>
          <a:noFill/>
          <a:ln w="44450" algn="ctr">
            <a:solidFill>
              <a:srgbClr val="FF9900"/>
            </a:solidFill>
            <a:prstDash val="dash"/>
            <a:round/>
          </a:ln>
          <a:extLst>
            <a:ext uri="{909E8E84-426E-40DD-AFC4-6F175D3DCCD1}">
              <a14:hiddenFill xmlns:a14="http://schemas.microsoft.com/office/drawing/2010/main">
                <a:noFill/>
              </a14:hiddenFill>
            </a:ext>
          </a:extLst>
        </p:spPr>
      </p:cxnSp>
      <p:sp>
        <p:nvSpPr>
          <p:cNvPr id="16" name="AutoShape 66"/>
          <p:cNvSpPr>
            <a:spLocks noChangeArrowheads="1"/>
          </p:cNvSpPr>
          <p:nvPr/>
        </p:nvSpPr>
        <p:spPr bwMode="auto">
          <a:xfrm>
            <a:off x="8151281" y="5356404"/>
            <a:ext cx="2298989" cy="399221"/>
          </a:xfrm>
          <a:prstGeom prst="wedgeRoundRectCallout">
            <a:avLst>
              <a:gd name="adj1" fmla="val -44653"/>
              <a:gd name="adj2" fmla="val 163993"/>
              <a:gd name="adj3" fmla="val 16667"/>
            </a:avLst>
          </a:prstGeom>
          <a:gradFill rotWithShape="1">
            <a:gsLst>
              <a:gs pos="0">
                <a:srgbClr val="FFFF99"/>
              </a:gs>
              <a:gs pos="100000">
                <a:schemeClr val="bg1"/>
              </a:gs>
            </a:gsLst>
            <a:lin ang="5400000" scaled="1"/>
          </a:gradFill>
          <a:ln w="9525" algn="ctr">
            <a:solidFill>
              <a:srgbClr val="FFC000"/>
            </a:solidFill>
            <a:round/>
          </a:ln>
        </p:spPr>
        <p:txBody>
          <a:bodyPr anchor="ctr" anchorCtr="1"/>
          <a:lstStyle>
            <a:lvl1pPr eaLnBrk="0" hangingPunct="0">
              <a:defRPr>
                <a:solidFill>
                  <a:schemeClr val="tx1"/>
                </a:solidFill>
                <a:latin typeface="Arial" panose="020B0604020202020204" pitchFamily="34" charset="0"/>
                <a:ea typeface="黑体" panose="02010609060101010101" charset="-122"/>
              </a:defRPr>
            </a:lvl1pPr>
            <a:lvl2pPr marL="742950" indent="-285750" eaLnBrk="0" hangingPunct="0">
              <a:defRPr>
                <a:solidFill>
                  <a:schemeClr val="tx1"/>
                </a:solidFill>
                <a:latin typeface="Arial" panose="020B0604020202020204" pitchFamily="34" charset="0"/>
                <a:ea typeface="黑体" panose="02010609060101010101" charset="-122"/>
              </a:defRPr>
            </a:lvl2pPr>
            <a:lvl3pPr marL="1143000" indent="-228600" eaLnBrk="0" hangingPunct="0">
              <a:defRPr>
                <a:solidFill>
                  <a:schemeClr val="tx1"/>
                </a:solidFill>
                <a:latin typeface="Arial" panose="020B0604020202020204" pitchFamily="34" charset="0"/>
                <a:ea typeface="黑体" panose="02010609060101010101" charset="-122"/>
              </a:defRPr>
            </a:lvl3pPr>
            <a:lvl4pPr marL="1600200" indent="-228600" eaLnBrk="0" hangingPunct="0">
              <a:defRPr>
                <a:solidFill>
                  <a:schemeClr val="tx1"/>
                </a:solidFill>
                <a:latin typeface="Arial" panose="020B0604020202020204" pitchFamily="34" charset="0"/>
                <a:ea typeface="黑体" panose="02010609060101010101" charset="-122"/>
              </a:defRPr>
            </a:lvl4pPr>
            <a:lvl5pPr marL="2057400" indent="-228600" eaLnBrk="0" hangingPunct="0">
              <a:defRPr>
                <a:solidFill>
                  <a:schemeClr val="tx1"/>
                </a:solidFill>
                <a:latin typeface="Arial" panose="020B0604020202020204" pitchFamily="34" charset="0"/>
                <a:ea typeface="黑体" panose="02010609060101010101"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黑体" panose="02010609060101010101" charset="-122"/>
              </a:defRPr>
            </a:lvl9pPr>
          </a:lstStyle>
          <a:p>
            <a:pPr eaLnBrk="1" hangingPunct="1"/>
            <a:r>
              <a:rPr lang="zh-CN" altLang="en-US" sz="1600" dirty="0">
                <a:latin typeface="+mn-ea"/>
                <a:ea typeface="+mn-ea"/>
                <a:cs typeface="Times New Roman" panose="02020603050405020304" pitchFamily="18" charset="0"/>
              </a:rPr>
              <a:t>成功抢占成为活动接口</a:t>
            </a:r>
            <a:endParaRPr lang="en-US" altLang="zh-CN" sz="1600" dirty="0">
              <a:latin typeface="+mn-ea"/>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阶段总结</a:t>
            </a:r>
            <a:endParaRPr lang="zh-CN" altLang="en-US" dirty="0"/>
          </a:p>
        </p:txBody>
      </p:sp>
      <p:sp>
        <p:nvSpPr>
          <p:cNvPr id="3" name="文本占位符 2"/>
          <p:cNvSpPr>
            <a:spLocks noGrp="1"/>
          </p:cNvSpPr>
          <p:nvPr>
            <p:ph type="body" sz="quarter" idx="10"/>
          </p:nvPr>
        </p:nvSpPr>
        <p:spPr/>
        <p:txBody>
          <a:bodyPr/>
          <a:lstStyle/>
          <a:p>
            <a:r>
              <a:rPr lang="zh-CN" altLang="en-US" dirty="0" smtClean="0"/>
              <a:t>链路聚合的实现方式有哪几种？</a:t>
            </a:r>
            <a:endParaRPr lang="en-US" altLang="zh-CN" dirty="0" smtClean="0"/>
          </a:p>
          <a:p>
            <a:r>
              <a:rPr lang="zh-CN" altLang="en-US" dirty="0" smtClean="0"/>
              <a:t>链路聚合的模式有哪些？</a:t>
            </a:r>
            <a:endParaRPr lang="en-US" altLang="zh-CN" dirty="0" smtClean="0"/>
          </a:p>
          <a:p>
            <a:r>
              <a:rPr lang="zh-CN" altLang="en-US" dirty="0" smtClean="0"/>
              <a:t>链路聚合的基本配置主要包括哪两种？</a:t>
            </a:r>
            <a:endParaRPr lang="en-US" altLang="zh-CN" dirty="0" smtClean="0"/>
          </a:p>
          <a:p>
            <a:r>
              <a:rPr lang="zh-CN" altLang="en-US" dirty="0" smtClean="0"/>
              <a:t>链路聚合的抢占功能如何实现？</a:t>
            </a:r>
            <a:endParaRPr lang="en-US" altLang="zh-CN" dirty="0" smtClean="0"/>
          </a:p>
          <a:p>
            <a:endParaRPr lang="en-US" altLang="zh-CN"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NDQxNjk1Y2MwNjAxNWNhMDU1YzE1OGM4NzdiMzY4MzkifQ=="/>
</p:tagLst>
</file>

<file path=ppt/theme/theme1.xml><?xml version="1.0" encoding="utf-8"?>
<a:theme xmlns:a="http://schemas.openxmlformats.org/drawingml/2006/main" name="课程开发胶片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15276</Words>
  <Application>WPS 演示</Application>
  <PresentationFormat>宽屏</PresentationFormat>
  <Paragraphs>729</Paragraphs>
  <Slides>41</Slides>
  <Notes>50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41</vt:i4>
      </vt:variant>
    </vt:vector>
  </HeadingPairs>
  <TitlesOfParts>
    <vt:vector size="53" baseType="lpstr">
      <vt:lpstr>Arial</vt:lpstr>
      <vt:lpstr>宋体</vt:lpstr>
      <vt:lpstr>Wingdings</vt:lpstr>
      <vt:lpstr>Huawei Sans</vt:lpstr>
      <vt:lpstr>DejaVu Math TeX Gyre</vt:lpstr>
      <vt:lpstr>方正兰亭黑简体</vt:lpstr>
      <vt:lpstr>黑体</vt:lpstr>
      <vt:lpstr>微软雅黑</vt:lpstr>
      <vt:lpstr>Times New Roman</vt:lpstr>
      <vt:lpstr>Arial Unicode MS</vt:lpstr>
      <vt:lpstr>Calibri</vt:lpstr>
      <vt:lpstr>课程开发胶片模板</vt:lpstr>
      <vt:lpstr>第4章  网络可靠性</vt:lpstr>
      <vt:lpstr>学习目标</vt:lpstr>
      <vt:lpstr>PowerPoint 演示文稿</vt:lpstr>
      <vt:lpstr>4.1.1 VRRP概述</vt:lpstr>
      <vt:lpstr>4.1.2 VRRP工作原理</vt:lpstr>
      <vt:lpstr>4.1.2 VRRP工作原理</vt:lpstr>
      <vt:lpstr>4.1.2 VRRP工作原理</vt:lpstr>
      <vt:lpstr>4.1.2 VRRP工作原理</vt:lpstr>
      <vt:lpstr>4.1.2 VRRP工作原理</vt:lpstr>
      <vt:lpstr>4.1.3 VRRP配置</vt:lpstr>
      <vt:lpstr>4.1.3 VRRP配置</vt:lpstr>
      <vt:lpstr>4.1.3 VRRP配置</vt:lpstr>
      <vt:lpstr>4.1.3 VRRP配置</vt:lpstr>
      <vt:lpstr>4.1.3 VRRP配置</vt:lpstr>
      <vt:lpstr>4.1.3 VRRP配置</vt:lpstr>
      <vt:lpstr>4.1.3 VRRP配置</vt:lpstr>
      <vt:lpstr>4.1.3 VRRP配置</vt:lpstr>
      <vt:lpstr>4.1.3 VRRP配置</vt:lpstr>
      <vt:lpstr>4.1.3 VRRP配置</vt:lpstr>
      <vt:lpstr>4.1.3 VRRP配置</vt:lpstr>
      <vt:lpstr>4.1.3 VRRP配置</vt:lpstr>
      <vt:lpstr>4.1.3 VRRP配置</vt:lpstr>
      <vt:lpstr>4.1.3 VRRP配置</vt:lpstr>
      <vt:lpstr>4.1.3 VRRP配置</vt:lpstr>
      <vt:lpstr>阶段总结</vt:lpstr>
      <vt:lpstr>PowerPoint 演示文稿</vt:lpstr>
      <vt:lpstr>4.2.1 链路聚合介绍</vt:lpstr>
      <vt:lpstr>4.2.1 链路聚合介绍</vt:lpstr>
      <vt:lpstr>4.2.2 链路聚合模式</vt:lpstr>
      <vt:lpstr>4.2.2 链路聚合模式</vt:lpstr>
      <vt:lpstr>4.2.2 链路聚合模式</vt:lpstr>
      <vt:lpstr>4.2.2 链路聚合模式</vt:lpstr>
      <vt:lpstr>4.2.3 链路聚合配置</vt:lpstr>
      <vt:lpstr>4.2.3 链路聚合配置</vt:lpstr>
      <vt:lpstr>4.2.3 链路聚合配置</vt:lpstr>
      <vt:lpstr>4.2.3 链路聚合配置</vt:lpstr>
      <vt:lpstr>4.2.3 链路聚合配置</vt:lpstr>
      <vt:lpstr>4.2.3 链路聚合配置</vt:lpstr>
      <vt:lpstr>4.2.3 链路聚合配置</vt:lpstr>
      <vt:lpstr>4.2.3 链路聚合配置</vt:lpstr>
      <vt:lpstr>阶段总结</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李羿</cp:lastModifiedBy>
  <cp:revision>400</cp:revision>
  <dcterms:created xsi:type="dcterms:W3CDTF">2018-11-29T10:16:00Z</dcterms:created>
  <dcterms:modified xsi:type="dcterms:W3CDTF">2024-03-04T08:36:43Z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(3)/C1trFpsN7i2M7C3DVNQP8qdStZhWNtrOewl2fRjDkizOA1orh4KrMnb37EwANtZ4nRm3g8f
7hBQIOpdEaGRDcFkAvdYQu0PvS/b9Xh8VKs4J/LkGXl4ItvOn5YwGF7qa1+Mw73wGBI2yjxk
628AsUp93MOMLQIK5lIZGOh4hD0lFh4tybdz406KKCPvZycmTtIpDgK3HQdJIUCo74JIbTBR
hINsoGCxnsQaKr/xZ1</vt:lpwstr>
  </property>
  <property fmtid="{D5CDD505-2E9C-101B-9397-08002B2CF9AE}" pid="3" name="_2015_ms_pID_7253431">
    <vt:lpwstr>5K5Jer7hkJ3oAOA539MnbBu2RNKV4mBYOw0ogIZevQZBYfeooukIIh
RaIKD6Dv3xgR/NPy3Hwq4V8USAvJnfuQyMd8KlAxcfwDrWgzY6ZDP2nLGtYxaq+QTFqZd+6W
j5TpzZmpBHrjSDnH5HalAb5PEyQNg3YJwus6q6URqnn+exNwbPxwxgKH4UsDM0kCwdQMZI5W
aatV+5EISsGoBJhLqRoSW/c5QsxJtarGWbCQ</vt:lpwstr>
  </property>
  <property fmtid="{D5CDD505-2E9C-101B-9397-08002B2CF9AE}" pid="4" name="_2015_ms_pID_7253432">
    <vt:lpwstr>Wk8wsmUu6Qo2yU6kJaBx20A=</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1589760645</vt:lpwstr>
  </property>
  <property fmtid="{D5CDD505-2E9C-101B-9397-08002B2CF9AE}" pid="9" name="ICV">
    <vt:lpwstr>81A773F7600A4A348F0250FDDA2A18B7_12</vt:lpwstr>
  </property>
  <property fmtid="{D5CDD505-2E9C-101B-9397-08002B2CF9AE}" pid="10" name="KSOProductBuildVer">
    <vt:lpwstr>2052-12.1.0.16388</vt:lpwstr>
  </property>
</Properties>
</file>